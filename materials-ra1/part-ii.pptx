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10071100" cy="7556500"/>
  <p:embeddedFontLst>
    <p:embeddedFont>
      <p:font typeface="Tahom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162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jiyZXf6LyNjGvHn8/+WfVr3GD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B20413-7542-4DCC-9C39-0F15E23C9822}">
  <a:tblStyle styleId="{5DB20413-7542-4DCC-9C39-0F15E23C98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CF10E1-1F89-41A5-873C-6C4DBDEABD3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6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Tahoma-regular.fnt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Tahoma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69110ce03aef0aa3_0_96:notes"/>
          <p:cNvSpPr txBox="1"/>
          <p:nvPr>
            <p:ph idx="1" type="body"/>
          </p:nvPr>
        </p:nvSpPr>
        <p:spPr>
          <a:xfrm>
            <a:off x="1007045" y="3636410"/>
            <a:ext cx="8055900" cy="29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h69110ce03aef0aa3_0_96:notes"/>
          <p:cNvSpPr txBox="1"/>
          <p:nvPr>
            <p:ph idx="12" type="sldNum"/>
          </p:nvPr>
        </p:nvSpPr>
        <p:spPr>
          <a:xfrm>
            <a:off x="5704482" y="7177032"/>
            <a:ext cx="4363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0" name="Google Shape;20;h69110ce03aef0aa3_0_96:notes"/>
          <p:cNvSpPr/>
          <p:nvPr>
            <p:ph idx="2" type="sldImg"/>
          </p:nvPr>
        </p:nvSpPr>
        <p:spPr>
          <a:xfrm>
            <a:off x="1678785" y="566738"/>
            <a:ext cx="6714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69110ce03aef0aa3_0_376:notes"/>
          <p:cNvSpPr txBox="1"/>
          <p:nvPr>
            <p:ph idx="1" type="body"/>
          </p:nvPr>
        </p:nvSpPr>
        <p:spPr>
          <a:xfrm>
            <a:off x="1007045" y="3636410"/>
            <a:ext cx="8055900" cy="29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h69110ce03aef0aa3_0_376:notes"/>
          <p:cNvSpPr txBox="1"/>
          <p:nvPr>
            <p:ph idx="12" type="sldNum"/>
          </p:nvPr>
        </p:nvSpPr>
        <p:spPr>
          <a:xfrm>
            <a:off x="5704482" y="7177032"/>
            <a:ext cx="4363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5" name="Google Shape;35;h69110ce03aef0aa3_0_376:notes"/>
          <p:cNvSpPr/>
          <p:nvPr>
            <p:ph idx="2" type="sldImg"/>
          </p:nvPr>
        </p:nvSpPr>
        <p:spPr>
          <a:xfrm>
            <a:off x="1678785" y="566738"/>
            <a:ext cx="6714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377206346cad875a_0_14:notes"/>
          <p:cNvSpPr txBox="1"/>
          <p:nvPr>
            <p:ph idx="1" type="body"/>
          </p:nvPr>
        </p:nvSpPr>
        <p:spPr>
          <a:xfrm>
            <a:off x="1007100" y="3589325"/>
            <a:ext cx="8056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h377206346cad875a_0_14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:notes"/>
          <p:cNvSpPr txBox="1"/>
          <p:nvPr>
            <p:ph idx="1" type="body"/>
          </p:nvPr>
        </p:nvSpPr>
        <p:spPr>
          <a:xfrm>
            <a:off x="1007100" y="3589325"/>
            <a:ext cx="8056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3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24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5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26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7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28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29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30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31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32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34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p35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36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:notes"/>
          <p:cNvSpPr txBox="1"/>
          <p:nvPr>
            <p:ph idx="1" type="body"/>
          </p:nvPr>
        </p:nvSpPr>
        <p:spPr>
          <a:xfrm>
            <a:off x="1007100" y="3589325"/>
            <a:ext cx="80568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46:notes"/>
          <p:cNvSpPr/>
          <p:nvPr>
            <p:ph idx="2" type="sldImg"/>
          </p:nvPr>
        </p:nvSpPr>
        <p:spPr>
          <a:xfrm>
            <a:off x="1678843" y="566725"/>
            <a:ext cx="6714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h69110ce03aef0aa3_0_49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10" name="Google Shape;10;h69110ce03aef0aa3_0_4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EBF3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69110ce03aef0aa3_0_5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" name="Google Shape;13;h69110ce03aef0aa3_0_514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4" name="Google Shape;14;h69110ce03aef0aa3_0_514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Problemes del subministrament elèctric</a:t>
            </a:r>
            <a:endParaRPr sz="13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69110ce03aef0aa3_0_5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69110ce03aef0aa3_0_4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h69110ce03aef0aa3_0_4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1.jp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7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69110ce03aef0aa3_0_96"/>
          <p:cNvSpPr/>
          <p:nvPr/>
        </p:nvSpPr>
        <p:spPr>
          <a:xfrm>
            <a:off x="343825" y="617003"/>
            <a:ext cx="74067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rgbClr val="174A6B"/>
                </a:solidFill>
              </a:rPr>
              <a:t>Seguretat física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0B2E6D"/>
              </a:solidFill>
            </a:endParaRPr>
          </a:p>
        </p:txBody>
      </p:sp>
      <p:sp>
        <p:nvSpPr>
          <p:cNvPr id="23" name="Google Shape;23;h69110ce03aef0aa3_0_96"/>
          <p:cNvSpPr/>
          <p:nvPr/>
        </p:nvSpPr>
        <p:spPr>
          <a:xfrm>
            <a:off x="397718" y="1274064"/>
            <a:ext cx="7886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350"/>
          </a:p>
        </p:txBody>
      </p:sp>
      <p:sp>
        <p:nvSpPr>
          <p:cNvPr id="24" name="Google Shape;24;h69110ce03aef0aa3_0_96"/>
          <p:cNvSpPr/>
          <p:nvPr/>
        </p:nvSpPr>
        <p:spPr>
          <a:xfrm>
            <a:off x="397718" y="1694712"/>
            <a:ext cx="7886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>
                <a:solidFill>
                  <a:srgbClr val="13315C"/>
                </a:solidFill>
              </a:rPr>
              <a:t>art II</a:t>
            </a:r>
            <a:endParaRPr b="1"/>
          </a:p>
        </p:txBody>
      </p:sp>
      <p:sp>
        <p:nvSpPr>
          <p:cNvPr id="25" name="Google Shape;25;h69110ce03aef0aa3_0_96"/>
          <p:cNvSpPr/>
          <p:nvPr/>
        </p:nvSpPr>
        <p:spPr>
          <a:xfrm>
            <a:off x="5128025" y="2434601"/>
            <a:ext cx="3513000" cy="13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6" name="Google Shape;26;h69110ce03aef0aa3_0_96"/>
          <p:cNvSpPr/>
          <p:nvPr/>
        </p:nvSpPr>
        <p:spPr>
          <a:xfrm>
            <a:off x="5486516" y="2571757"/>
            <a:ext cx="26058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200"/>
          </a:p>
        </p:txBody>
      </p:sp>
      <p:sp>
        <p:nvSpPr>
          <p:cNvPr id="27" name="Google Shape;27;h69110ce03aef0aa3_0_96"/>
          <p:cNvSpPr/>
          <p:nvPr/>
        </p:nvSpPr>
        <p:spPr>
          <a:xfrm>
            <a:off x="5486525" y="2905490"/>
            <a:ext cx="29487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Xavier Sala Pujolar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Modificació: Amanda Fontana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 i reorganització: Eduard Gutiérrez</a:t>
            </a:r>
            <a:endParaRPr sz="1000"/>
          </a:p>
        </p:txBody>
      </p:sp>
      <p:pic>
        <p:nvPicPr>
          <p:cNvPr id="28" name="Google Shape;28;h69110ce03aef0aa3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34" y="4588856"/>
            <a:ext cx="1062722" cy="37152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h69110ce03aef0aa3_0_96"/>
          <p:cNvSpPr/>
          <p:nvPr/>
        </p:nvSpPr>
        <p:spPr>
          <a:xfrm>
            <a:off x="1515550" y="4654725"/>
            <a:ext cx="5299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7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350"/>
          </a:p>
        </p:txBody>
      </p:sp>
      <p:sp>
        <p:nvSpPr>
          <p:cNvPr id="30" name="Google Shape;30;h69110ce03aef0aa3_0_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pic>
        <p:nvPicPr>
          <p:cNvPr id="31" name="Google Shape;31;h69110ce03aef0aa3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725" y="2119749"/>
            <a:ext cx="4174925" cy="2349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h69110ce03aef0aa3_0_3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746" y="479791"/>
            <a:ext cx="455499" cy="6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h69110ce03aef0aa3_0_376"/>
          <p:cNvSpPr/>
          <p:nvPr/>
        </p:nvSpPr>
        <p:spPr>
          <a:xfrm>
            <a:off x="313631" y="746702"/>
            <a:ext cx="8310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Criteris d’avaluació i continguts que treballarem amb els SAI</a:t>
            </a:r>
            <a:endParaRPr sz="1350"/>
          </a:p>
        </p:txBody>
      </p:sp>
      <p:sp>
        <p:nvSpPr>
          <p:cNvPr id="39" name="Google Shape;39;h69110ce03aef0aa3_0_376"/>
          <p:cNvSpPr/>
          <p:nvPr/>
        </p:nvSpPr>
        <p:spPr>
          <a:xfrm>
            <a:off x="182712" y="198301"/>
            <a:ext cx="1115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RA1 · Seguretat passiva en equips informàtics</a:t>
            </a:r>
            <a:endParaRPr sz="1350"/>
          </a:p>
        </p:txBody>
      </p:sp>
      <p:graphicFrame>
        <p:nvGraphicFramePr>
          <p:cNvPr id="40" name="Google Shape;40;h69110ce03aef0aa3_0_376"/>
          <p:cNvGraphicFramePr/>
          <p:nvPr/>
        </p:nvGraphicFramePr>
        <p:xfrm>
          <a:off x="424248" y="12728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{5DB20413-7542-4DCC-9C39-0F15E23C9822}</a:tableStyleId>
              </a:tblPr>
              <a:tblGrid>
                <a:gridCol w="4044825"/>
                <a:gridCol w="4044825"/>
              </a:tblGrid>
              <a:tr h="607250">
                <a:tc gridSpan="2">
                  <a:txBody>
                    <a:bodyPr/>
                    <a:lstStyle/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533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1022225">
                <a:tc>
                  <a:txBody>
                    <a:bodyPr/>
                    <a:lstStyle/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</a:t>
                      </a: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Defineix les característiques de la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ubicació física i les condicions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ambientals dels equips i servidors.</a:t>
                      </a:r>
                      <a:endParaRPr sz="1050"/>
                    </a:p>
                  </a:txBody>
                  <a:tcPr marT="176400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Ubicació física i condicions ambientals dels equips 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i servidors.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Identifica la necessitat de protegir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físicament els sistemes informàtics.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</a:txBody>
                  <a:tcPr marT="176400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Protecció física dels sistemes informàtics.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" name="Google Shape;41;h69110ce03aef0aa3_0_376"/>
          <p:cNvSpPr/>
          <p:nvPr/>
        </p:nvSpPr>
        <p:spPr>
          <a:xfrm>
            <a:off x="537650" y="2570074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350"/>
          </a:p>
        </p:txBody>
      </p:sp>
      <p:sp>
        <p:nvSpPr>
          <p:cNvPr id="42" name="Google Shape;42;h69110ce03aef0aa3_0_376"/>
          <p:cNvSpPr/>
          <p:nvPr/>
        </p:nvSpPr>
        <p:spPr>
          <a:xfrm>
            <a:off x="537650" y="3631474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350"/>
          </a:p>
        </p:txBody>
      </p:sp>
      <p:sp>
        <p:nvSpPr>
          <p:cNvPr id="43" name="Google Shape;43;h69110ce03aef0aa3_0_376"/>
          <p:cNvSpPr/>
          <p:nvPr/>
        </p:nvSpPr>
        <p:spPr>
          <a:xfrm>
            <a:off x="424250" y="1282475"/>
            <a:ext cx="8089500" cy="619800"/>
          </a:xfrm>
          <a:prstGeom prst="rect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II</a:t>
            </a:r>
            <a:endParaRPr sz="1350"/>
          </a:p>
        </p:txBody>
      </p:sp>
      <p:sp>
        <p:nvSpPr>
          <p:cNvPr id="44" name="Google Shape;44;h69110ce03aef0aa3_0_376"/>
          <p:cNvSpPr/>
          <p:nvPr/>
        </p:nvSpPr>
        <p:spPr>
          <a:xfrm>
            <a:off x="4650759" y="2506828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45" name="Google Shape;45;h69110ce03aef0aa3_0_376"/>
          <p:cNvSpPr/>
          <p:nvPr/>
        </p:nvSpPr>
        <p:spPr>
          <a:xfrm>
            <a:off x="4650759" y="3679740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46" name="Google Shape;46;h69110ce03aef0aa3_0_3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" name="Google Shape;51;p2"/>
          <p:cNvSpPr txBox="1"/>
          <p:nvPr>
            <p:ph type="title"/>
          </p:nvPr>
        </p:nvSpPr>
        <p:spPr>
          <a:xfrm>
            <a:off x="705029" y="972725"/>
            <a:ext cx="31152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Perquè </a:t>
            </a:r>
            <a:r>
              <a:rPr b="1"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és important </a:t>
            </a: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la seguretat física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2" name="Google Shape;5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852" y="906732"/>
            <a:ext cx="2008968" cy="200896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4538388" y="1997803"/>
            <a:ext cx="2490873" cy="2506586"/>
            <a:chOff x="4985964" y="2934924"/>
            <a:chExt cx="3659281" cy="3682365"/>
          </a:xfrm>
        </p:grpSpPr>
        <p:sp>
          <p:nvSpPr>
            <p:cNvPr id="59" name="Google Shape;59;p3"/>
            <p:cNvSpPr/>
            <p:nvPr/>
          </p:nvSpPr>
          <p:spPr>
            <a:xfrm>
              <a:off x="5389600" y="2934924"/>
              <a:ext cx="3255645" cy="3682365"/>
            </a:xfrm>
            <a:custGeom>
              <a:rect b="b" l="l" r="r" t="t"/>
              <a:pathLst>
                <a:path extrusionOk="0" h="3682365" w="3255645">
                  <a:moveTo>
                    <a:pt x="1120624" y="3682024"/>
                  </a:moveTo>
                  <a:lnTo>
                    <a:pt x="249024" y="2845999"/>
                  </a:lnTo>
                  <a:lnTo>
                    <a:pt x="0" y="1618674"/>
                  </a:lnTo>
                  <a:lnTo>
                    <a:pt x="462474" y="675924"/>
                  </a:lnTo>
                  <a:lnTo>
                    <a:pt x="1049474" y="71149"/>
                  </a:lnTo>
                  <a:lnTo>
                    <a:pt x="1778749" y="0"/>
                  </a:lnTo>
                  <a:lnTo>
                    <a:pt x="2170074" y="53374"/>
                  </a:lnTo>
                  <a:lnTo>
                    <a:pt x="2721474" y="231249"/>
                  </a:lnTo>
                  <a:lnTo>
                    <a:pt x="2863774" y="1156199"/>
                  </a:lnTo>
                  <a:lnTo>
                    <a:pt x="3255099" y="1956624"/>
                  </a:lnTo>
                  <a:lnTo>
                    <a:pt x="3023874" y="2934949"/>
                  </a:lnTo>
                  <a:lnTo>
                    <a:pt x="2258999" y="3504149"/>
                  </a:lnTo>
                  <a:lnTo>
                    <a:pt x="1120624" y="3682024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" name="Google Shape;6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85964" y="3210274"/>
              <a:ext cx="3211378" cy="25985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61" name="Google Shape;61;p3"/>
          <p:cNvSpPr txBox="1"/>
          <p:nvPr>
            <p:ph type="title"/>
          </p:nvPr>
        </p:nvSpPr>
        <p:spPr>
          <a:xfrm>
            <a:off x="894941" y="609875"/>
            <a:ext cx="62628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Suposem que aconseguim</a:t>
            </a: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un sistema que fos  invulnerable al hacking</a:t>
            </a:r>
            <a:endParaRPr sz="2250"/>
          </a:p>
        </p:txBody>
      </p:sp>
      <p:sp>
        <p:nvSpPr>
          <p:cNvPr id="62" name="Google Shape;6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4"/>
          <p:cNvGrpSpPr/>
          <p:nvPr/>
        </p:nvGrpSpPr>
        <p:grpSpPr>
          <a:xfrm>
            <a:off x="4147196" y="1767744"/>
            <a:ext cx="3160572" cy="2905980"/>
            <a:chOff x="4411274" y="2596950"/>
            <a:chExt cx="4643120" cy="4269105"/>
          </a:xfrm>
        </p:grpSpPr>
        <p:sp>
          <p:nvSpPr>
            <p:cNvPr id="68" name="Google Shape;68;p4"/>
            <p:cNvSpPr/>
            <p:nvPr/>
          </p:nvSpPr>
          <p:spPr>
            <a:xfrm>
              <a:off x="4411274" y="2596950"/>
              <a:ext cx="4643120" cy="4269105"/>
            </a:xfrm>
            <a:custGeom>
              <a:rect b="b" l="l" r="r" t="t"/>
              <a:pathLst>
                <a:path extrusionOk="0" h="4269105" w="4643120">
                  <a:moveTo>
                    <a:pt x="426899" y="4268999"/>
                  </a:moveTo>
                  <a:lnTo>
                    <a:pt x="0" y="3450774"/>
                  </a:lnTo>
                  <a:lnTo>
                    <a:pt x="160099" y="2472474"/>
                  </a:lnTo>
                  <a:lnTo>
                    <a:pt x="640349" y="1529724"/>
                  </a:lnTo>
                  <a:lnTo>
                    <a:pt x="1494149" y="498049"/>
                  </a:lnTo>
                  <a:lnTo>
                    <a:pt x="1778749" y="17799"/>
                  </a:lnTo>
                  <a:lnTo>
                    <a:pt x="2774849" y="0"/>
                  </a:lnTo>
                  <a:lnTo>
                    <a:pt x="2952724" y="35574"/>
                  </a:lnTo>
                  <a:lnTo>
                    <a:pt x="3699799" y="302399"/>
                  </a:lnTo>
                  <a:lnTo>
                    <a:pt x="4002174" y="1369649"/>
                  </a:lnTo>
                  <a:lnTo>
                    <a:pt x="4429074" y="3112824"/>
                  </a:lnTo>
                  <a:lnTo>
                    <a:pt x="4642524" y="3931049"/>
                  </a:lnTo>
                  <a:lnTo>
                    <a:pt x="2881574" y="4233424"/>
                  </a:lnTo>
                  <a:lnTo>
                    <a:pt x="426899" y="426899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7549" y="2947450"/>
              <a:ext cx="4192800" cy="3562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70" name="Google Shape;70;p4"/>
          <p:cNvSpPr txBox="1"/>
          <p:nvPr>
            <p:ph type="title"/>
          </p:nvPr>
        </p:nvSpPr>
        <p:spPr>
          <a:xfrm>
            <a:off x="1388902" y="790501"/>
            <a:ext cx="21564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pot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protegir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uest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3600" cap="small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atac</a:t>
            </a:r>
            <a:r>
              <a:rPr lang="ca" sz="36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5"/>
          <p:cNvGrpSpPr/>
          <p:nvPr/>
        </p:nvGrpSpPr>
        <p:grpSpPr>
          <a:xfrm>
            <a:off x="4555980" y="186063"/>
            <a:ext cx="2802086" cy="2474175"/>
            <a:chOff x="5300674" y="818224"/>
            <a:chExt cx="4411345" cy="3895725"/>
          </a:xfrm>
        </p:grpSpPr>
        <p:sp>
          <p:nvSpPr>
            <p:cNvPr id="77" name="Google Shape;77;p5"/>
            <p:cNvSpPr/>
            <p:nvPr/>
          </p:nvSpPr>
          <p:spPr>
            <a:xfrm>
              <a:off x="5300674" y="818224"/>
              <a:ext cx="4411345" cy="3895725"/>
            </a:xfrm>
            <a:custGeom>
              <a:rect b="b" l="l" r="r" t="t"/>
              <a:pathLst>
                <a:path extrusionOk="0" h="3895725" w="4411345">
                  <a:moveTo>
                    <a:pt x="1085024" y="3895449"/>
                  </a:moveTo>
                  <a:lnTo>
                    <a:pt x="213449" y="3486349"/>
                  </a:lnTo>
                  <a:lnTo>
                    <a:pt x="0" y="2294574"/>
                  </a:lnTo>
                  <a:lnTo>
                    <a:pt x="409099" y="1156174"/>
                  </a:lnTo>
                  <a:lnTo>
                    <a:pt x="1209549" y="426899"/>
                  </a:lnTo>
                  <a:lnTo>
                    <a:pt x="2419074" y="0"/>
                  </a:lnTo>
                  <a:lnTo>
                    <a:pt x="2810399" y="71149"/>
                  </a:lnTo>
                  <a:lnTo>
                    <a:pt x="3806499" y="249024"/>
                  </a:lnTo>
                  <a:lnTo>
                    <a:pt x="4411274" y="1102824"/>
                  </a:lnTo>
                  <a:lnTo>
                    <a:pt x="3895449" y="2170074"/>
                  </a:lnTo>
                  <a:lnTo>
                    <a:pt x="3859874" y="3344049"/>
                  </a:lnTo>
                  <a:lnTo>
                    <a:pt x="2419074" y="3788724"/>
                  </a:lnTo>
                  <a:lnTo>
                    <a:pt x="1085024" y="389544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0"/>
                <a:buFont typeface="Arial"/>
                <a:buNone/>
              </a:pPr>
              <a:r>
                <a:t/>
              </a:r>
              <a:endParaRPr b="0" i="0" sz="9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8" name="Google Shape;7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53075" y="1049448"/>
              <a:ext cx="3604099" cy="34405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79" name="Google Shape;79;p5"/>
          <p:cNvSpPr txBox="1"/>
          <p:nvPr>
            <p:ph type="title"/>
          </p:nvPr>
        </p:nvSpPr>
        <p:spPr>
          <a:xfrm>
            <a:off x="519074" y="492700"/>
            <a:ext cx="37131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Si falla el maquinari, el sistema pot deixar de funcionar i fins i tot podem perdre dades.</a:t>
            </a:r>
            <a:endParaRPr sz="2250"/>
          </a:p>
        </p:txBody>
      </p:sp>
      <p:sp>
        <p:nvSpPr>
          <p:cNvPr id="80" name="Google Shape;80;p5"/>
          <p:cNvSpPr/>
          <p:nvPr/>
        </p:nvSpPr>
        <p:spPr>
          <a:xfrm>
            <a:off x="3585350" y="3088650"/>
            <a:ext cx="5073968" cy="1612900"/>
          </a:xfrm>
          <a:custGeom>
            <a:rect b="b" l="l" r="r" t="t"/>
            <a:pathLst>
              <a:path extrusionOk="0" h="1612900" w="3382645">
                <a:moveTo>
                  <a:pt x="3113315" y="1612499"/>
                </a:moveTo>
                <a:lnTo>
                  <a:pt x="1231615" y="1612499"/>
                </a:lnTo>
                <a:lnTo>
                  <a:pt x="1183307" y="1608170"/>
                </a:lnTo>
                <a:lnTo>
                  <a:pt x="1137839" y="1595686"/>
                </a:lnTo>
                <a:lnTo>
                  <a:pt x="1095972" y="1575807"/>
                </a:lnTo>
                <a:lnTo>
                  <a:pt x="1058463" y="1549293"/>
                </a:lnTo>
                <a:lnTo>
                  <a:pt x="1026072" y="1516902"/>
                </a:lnTo>
                <a:lnTo>
                  <a:pt x="999557" y="1479393"/>
                </a:lnTo>
                <a:lnTo>
                  <a:pt x="979679" y="1437525"/>
                </a:lnTo>
                <a:lnTo>
                  <a:pt x="967195" y="1392058"/>
                </a:lnTo>
                <a:lnTo>
                  <a:pt x="962865" y="1343749"/>
                </a:lnTo>
                <a:lnTo>
                  <a:pt x="0" y="1254170"/>
                </a:lnTo>
                <a:lnTo>
                  <a:pt x="962865" y="940624"/>
                </a:lnTo>
                <a:lnTo>
                  <a:pt x="962865" y="268749"/>
                </a:lnTo>
                <a:lnTo>
                  <a:pt x="967195" y="220441"/>
                </a:lnTo>
                <a:lnTo>
                  <a:pt x="979679" y="174974"/>
                </a:lnTo>
                <a:lnTo>
                  <a:pt x="999557" y="133106"/>
                </a:lnTo>
                <a:lnTo>
                  <a:pt x="1026072" y="95597"/>
                </a:lnTo>
                <a:lnTo>
                  <a:pt x="1058463" y="63206"/>
                </a:lnTo>
                <a:lnTo>
                  <a:pt x="1095972" y="36692"/>
                </a:lnTo>
                <a:lnTo>
                  <a:pt x="1137839" y="16813"/>
                </a:lnTo>
                <a:lnTo>
                  <a:pt x="1183307" y="4329"/>
                </a:lnTo>
                <a:lnTo>
                  <a:pt x="1231615" y="0"/>
                </a:lnTo>
                <a:lnTo>
                  <a:pt x="3113315" y="0"/>
                </a:lnTo>
                <a:lnTo>
                  <a:pt x="3165990" y="5211"/>
                </a:lnTo>
                <a:lnTo>
                  <a:pt x="3216161" y="20457"/>
                </a:lnTo>
                <a:lnTo>
                  <a:pt x="3262418" y="45153"/>
                </a:lnTo>
                <a:lnTo>
                  <a:pt x="3303350" y="78715"/>
                </a:lnTo>
                <a:lnTo>
                  <a:pt x="3336912" y="119647"/>
                </a:lnTo>
                <a:lnTo>
                  <a:pt x="3361607" y="165903"/>
                </a:lnTo>
                <a:lnTo>
                  <a:pt x="3376853" y="216074"/>
                </a:lnTo>
                <a:lnTo>
                  <a:pt x="3382065" y="268749"/>
                </a:lnTo>
                <a:lnTo>
                  <a:pt x="3382065" y="1343749"/>
                </a:lnTo>
                <a:lnTo>
                  <a:pt x="3377735" y="1392058"/>
                </a:lnTo>
                <a:lnTo>
                  <a:pt x="3365251" y="1437525"/>
                </a:lnTo>
                <a:lnTo>
                  <a:pt x="3345373" y="1479393"/>
                </a:lnTo>
                <a:lnTo>
                  <a:pt x="3318858" y="1516902"/>
                </a:lnTo>
                <a:lnTo>
                  <a:pt x="3286467" y="1549293"/>
                </a:lnTo>
                <a:lnTo>
                  <a:pt x="3248958" y="1575807"/>
                </a:lnTo>
                <a:lnTo>
                  <a:pt x="3207091" y="1595686"/>
                </a:lnTo>
                <a:lnTo>
                  <a:pt x="3161623" y="1608170"/>
                </a:lnTo>
                <a:lnTo>
                  <a:pt x="3113315" y="16124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058975" y="3306250"/>
            <a:ext cx="36618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ca" sz="1550">
                <a:solidFill>
                  <a:srgbClr val="17466B"/>
                </a:solidFill>
              </a:rPr>
              <a:t>Una avaria afecta principalment la disponibilitat, però també pot comprometre la integritat de les dades</a:t>
            </a:r>
            <a:endParaRPr b="0" i="0" sz="15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010056" y="3182775"/>
            <a:ext cx="496824" cy="1314450"/>
          </a:xfrm>
          <a:custGeom>
            <a:rect b="b" l="l" r="r" t="t"/>
            <a:pathLst>
              <a:path extrusionOk="0" h="1752600" w="609600">
                <a:moveTo>
                  <a:pt x="0" y="0"/>
                </a:moveTo>
                <a:lnTo>
                  <a:pt x="609599" y="0"/>
                </a:lnTo>
                <a:lnTo>
                  <a:pt x="609599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  <a:path extrusionOk="0" h="1752600" w="609600">
                <a:moveTo>
                  <a:pt x="0" y="609599"/>
                </a:moveTo>
                <a:lnTo>
                  <a:pt x="609599" y="609599"/>
                </a:lnTo>
                <a:lnTo>
                  <a:pt x="609599" y="1142999"/>
                </a:lnTo>
                <a:lnTo>
                  <a:pt x="0" y="1142999"/>
                </a:lnTo>
                <a:lnTo>
                  <a:pt x="0" y="609599"/>
                </a:lnTo>
                <a:close/>
              </a:path>
              <a:path extrusionOk="0" h="1752600" w="609600">
                <a:moveTo>
                  <a:pt x="0" y="1219199"/>
                </a:moveTo>
                <a:lnTo>
                  <a:pt x="609599" y="1219199"/>
                </a:lnTo>
                <a:lnTo>
                  <a:pt x="609599" y="1752599"/>
                </a:lnTo>
                <a:lnTo>
                  <a:pt x="0" y="1752599"/>
                </a:lnTo>
                <a:lnTo>
                  <a:pt x="0" y="1219199"/>
                </a:lnTo>
                <a:close/>
              </a:path>
            </a:pathLst>
          </a:custGeom>
          <a:noFill/>
          <a:ln cap="flat" cmpd="sng" w="143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83" name="Google Shape;83;p5"/>
          <p:cNvSpPr txBox="1"/>
          <p:nvPr/>
        </p:nvSpPr>
        <p:spPr>
          <a:xfrm>
            <a:off x="910464" y="3182775"/>
            <a:ext cx="20211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ca" sz="18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Confidencialitat </a:t>
            </a:r>
            <a:endParaRPr sz="18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68593" marR="162878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 Integritat  Disponibilitat</a:t>
            </a:r>
            <a:endParaRPr sz="18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061879" y="4104799"/>
            <a:ext cx="392429" cy="392429"/>
          </a:xfrm>
          <a:custGeom>
            <a:rect b="b" l="l" r="r" t="t"/>
            <a:pathLst>
              <a:path extrusionOk="0" h="523239" w="523239">
                <a:moveTo>
                  <a:pt x="395973" y="522702"/>
                </a:moveTo>
                <a:lnTo>
                  <a:pt x="261351" y="388080"/>
                </a:lnTo>
                <a:lnTo>
                  <a:pt x="126729" y="522702"/>
                </a:lnTo>
                <a:lnTo>
                  <a:pt x="0" y="395973"/>
                </a:lnTo>
                <a:lnTo>
                  <a:pt x="134621" y="261351"/>
                </a:lnTo>
                <a:lnTo>
                  <a:pt x="0" y="126729"/>
                </a:lnTo>
                <a:lnTo>
                  <a:pt x="126729" y="0"/>
                </a:lnTo>
                <a:lnTo>
                  <a:pt x="261351" y="134621"/>
                </a:lnTo>
                <a:lnTo>
                  <a:pt x="395973" y="0"/>
                </a:lnTo>
                <a:lnTo>
                  <a:pt x="522702" y="126729"/>
                </a:lnTo>
                <a:lnTo>
                  <a:pt x="388080" y="261351"/>
                </a:lnTo>
                <a:lnTo>
                  <a:pt x="522702" y="395973"/>
                </a:lnTo>
                <a:lnTo>
                  <a:pt x="395973" y="522702"/>
                </a:lnTo>
                <a:close/>
              </a:path>
            </a:pathLst>
          </a:custGeom>
          <a:solidFill>
            <a:srgbClr val="FF5252"/>
          </a:solidFill>
          <a:ln cap="flat" cmpd="sng" w="143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091075" y="3665525"/>
            <a:ext cx="334774" cy="3569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6"/>
          <p:cNvGrpSpPr/>
          <p:nvPr/>
        </p:nvGrpSpPr>
        <p:grpSpPr>
          <a:xfrm>
            <a:off x="4546768" y="1586133"/>
            <a:ext cx="3027008" cy="3305806"/>
            <a:chOff x="4998275" y="2330150"/>
            <a:chExt cx="4446905" cy="4856480"/>
          </a:xfrm>
        </p:grpSpPr>
        <p:sp>
          <p:nvSpPr>
            <p:cNvPr id="92" name="Google Shape;92;p6"/>
            <p:cNvSpPr/>
            <p:nvPr/>
          </p:nvSpPr>
          <p:spPr>
            <a:xfrm>
              <a:off x="4998275" y="2330150"/>
              <a:ext cx="4446905" cy="4856480"/>
            </a:xfrm>
            <a:custGeom>
              <a:rect b="b" l="l" r="r" t="t"/>
              <a:pathLst>
                <a:path extrusionOk="0" h="4856480" w="4446905">
                  <a:moveTo>
                    <a:pt x="2241224" y="4855999"/>
                  </a:moveTo>
                  <a:lnTo>
                    <a:pt x="1494149" y="4446874"/>
                  </a:lnTo>
                  <a:lnTo>
                    <a:pt x="320174" y="4660324"/>
                  </a:lnTo>
                  <a:lnTo>
                    <a:pt x="729299" y="3699799"/>
                  </a:lnTo>
                  <a:lnTo>
                    <a:pt x="35574" y="3521924"/>
                  </a:lnTo>
                  <a:lnTo>
                    <a:pt x="782649" y="2685924"/>
                  </a:lnTo>
                  <a:lnTo>
                    <a:pt x="0" y="2241224"/>
                  </a:lnTo>
                  <a:lnTo>
                    <a:pt x="924949" y="1583099"/>
                  </a:lnTo>
                  <a:lnTo>
                    <a:pt x="213449" y="1227349"/>
                  </a:lnTo>
                  <a:lnTo>
                    <a:pt x="1583099" y="907174"/>
                  </a:lnTo>
                  <a:lnTo>
                    <a:pt x="1422999" y="498049"/>
                  </a:lnTo>
                  <a:lnTo>
                    <a:pt x="2116724" y="693724"/>
                  </a:lnTo>
                  <a:lnTo>
                    <a:pt x="2347949" y="124524"/>
                  </a:lnTo>
                  <a:lnTo>
                    <a:pt x="2917149" y="409124"/>
                  </a:lnTo>
                  <a:lnTo>
                    <a:pt x="3824299" y="0"/>
                  </a:lnTo>
                  <a:lnTo>
                    <a:pt x="3557499" y="1085049"/>
                  </a:lnTo>
                  <a:lnTo>
                    <a:pt x="4286774" y="1173974"/>
                  </a:lnTo>
                  <a:lnTo>
                    <a:pt x="3557499" y="1921049"/>
                  </a:lnTo>
                  <a:lnTo>
                    <a:pt x="4411299" y="2259024"/>
                  </a:lnTo>
                  <a:lnTo>
                    <a:pt x="3486349" y="2863799"/>
                  </a:lnTo>
                  <a:lnTo>
                    <a:pt x="4446874" y="3682024"/>
                  </a:lnTo>
                  <a:lnTo>
                    <a:pt x="3148374" y="3895474"/>
                  </a:lnTo>
                  <a:lnTo>
                    <a:pt x="3628649" y="4642549"/>
                  </a:lnTo>
                  <a:lnTo>
                    <a:pt x="2419099" y="4251224"/>
                  </a:lnTo>
                  <a:lnTo>
                    <a:pt x="2241224" y="485599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" name="Google Shape;9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43399" y="3877675"/>
              <a:ext cx="1611849" cy="247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11210" y="2978814"/>
              <a:ext cx="1800282" cy="16020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95" name="Google Shape;95;p6"/>
          <p:cNvSpPr txBox="1"/>
          <p:nvPr>
            <p:ph type="title"/>
          </p:nvPr>
        </p:nvSpPr>
        <p:spPr>
          <a:xfrm>
            <a:off x="1642116" y="535730"/>
            <a:ext cx="31005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209074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S’ha de protegir el maquinari</a:t>
            </a:r>
            <a:endParaRPr sz="2250"/>
          </a:p>
        </p:txBody>
      </p:sp>
      <p:sp>
        <p:nvSpPr>
          <p:cNvPr id="96" name="Google Shape;9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1" name="Google Shape;101;p7"/>
          <p:cNvSpPr txBox="1"/>
          <p:nvPr>
            <p:ph type="title"/>
          </p:nvPr>
        </p:nvSpPr>
        <p:spPr>
          <a:xfrm>
            <a:off x="814650" y="1160750"/>
            <a:ext cx="29523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2700">
                <a:solidFill>
                  <a:srgbClr val="17466B"/>
                </a:solidFill>
              </a:rPr>
              <a:t>Què pot posar en risc els equips i les dades?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852" y="906732"/>
            <a:ext cx="2008968" cy="2008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2210869" y="204350"/>
            <a:ext cx="5835660" cy="4734806"/>
            <a:chOff x="1560025" y="373524"/>
            <a:chExt cx="8289290" cy="6955790"/>
          </a:xfrm>
        </p:grpSpPr>
        <p:sp>
          <p:nvSpPr>
            <p:cNvPr id="109" name="Google Shape;109;p8"/>
            <p:cNvSpPr/>
            <p:nvPr/>
          </p:nvSpPr>
          <p:spPr>
            <a:xfrm>
              <a:off x="1560025" y="373524"/>
              <a:ext cx="8289290" cy="6955790"/>
            </a:xfrm>
            <a:custGeom>
              <a:rect b="b" l="l" r="r" t="t"/>
              <a:pathLst>
                <a:path extrusionOk="0" h="6955790" w="8289290">
                  <a:moveTo>
                    <a:pt x="5247024" y="6955179"/>
                  </a:moveTo>
                  <a:lnTo>
                    <a:pt x="4512030" y="6367935"/>
                  </a:lnTo>
                  <a:lnTo>
                    <a:pt x="4409961" y="6771666"/>
                  </a:lnTo>
                  <a:lnTo>
                    <a:pt x="3470803" y="5964206"/>
                  </a:lnTo>
                  <a:lnTo>
                    <a:pt x="2980807" y="6845071"/>
                  </a:lnTo>
                  <a:lnTo>
                    <a:pt x="2041649" y="6092652"/>
                  </a:lnTo>
                  <a:lnTo>
                    <a:pt x="939158" y="6606491"/>
                  </a:lnTo>
                  <a:lnTo>
                    <a:pt x="1041226" y="5487070"/>
                  </a:lnTo>
                  <a:lnTo>
                    <a:pt x="122498" y="5597178"/>
                  </a:lnTo>
                  <a:lnTo>
                    <a:pt x="714562" y="4514435"/>
                  </a:lnTo>
                  <a:lnTo>
                    <a:pt x="0" y="4110705"/>
                  </a:lnTo>
                  <a:lnTo>
                    <a:pt x="857492" y="2954582"/>
                  </a:lnTo>
                  <a:lnTo>
                    <a:pt x="204164" y="2642596"/>
                  </a:lnTo>
                  <a:lnTo>
                    <a:pt x="1347488" y="2073716"/>
                  </a:lnTo>
                  <a:lnTo>
                    <a:pt x="1020824" y="1651622"/>
                  </a:lnTo>
                  <a:lnTo>
                    <a:pt x="2266216" y="1358000"/>
                  </a:lnTo>
                  <a:lnTo>
                    <a:pt x="1857886" y="715716"/>
                  </a:lnTo>
                  <a:lnTo>
                    <a:pt x="3307471" y="642310"/>
                  </a:lnTo>
                  <a:lnTo>
                    <a:pt x="3756634" y="0"/>
                  </a:lnTo>
                  <a:lnTo>
                    <a:pt x="4675362" y="697351"/>
                  </a:lnTo>
                  <a:lnTo>
                    <a:pt x="5492021" y="311986"/>
                  </a:lnTo>
                  <a:lnTo>
                    <a:pt x="5492021" y="1413067"/>
                  </a:lnTo>
                  <a:lnTo>
                    <a:pt x="6553679" y="972635"/>
                  </a:lnTo>
                  <a:lnTo>
                    <a:pt x="6349514" y="1963608"/>
                  </a:lnTo>
                  <a:lnTo>
                    <a:pt x="7962402" y="1559878"/>
                  </a:lnTo>
                  <a:lnTo>
                    <a:pt x="7268242" y="2917879"/>
                  </a:lnTo>
                  <a:lnTo>
                    <a:pt x="8289067" y="3505123"/>
                  </a:lnTo>
                  <a:lnTo>
                    <a:pt x="7207006" y="4422691"/>
                  </a:lnTo>
                  <a:lnTo>
                    <a:pt x="7921569" y="4973232"/>
                  </a:lnTo>
                  <a:lnTo>
                    <a:pt x="6880343" y="5230151"/>
                  </a:lnTo>
                  <a:lnTo>
                    <a:pt x="7452005" y="6386274"/>
                  </a:lnTo>
                  <a:lnTo>
                    <a:pt x="6206584" y="6147719"/>
                  </a:lnTo>
                  <a:lnTo>
                    <a:pt x="5247024" y="695517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" name="Google Shape;11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96775" y="1149000"/>
              <a:ext cx="2216543" cy="18834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8"/>
          <p:cNvSpPr txBox="1"/>
          <p:nvPr/>
        </p:nvSpPr>
        <p:spPr>
          <a:xfrm>
            <a:off x="4296349" y="2103450"/>
            <a:ext cx="16029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Sabotatges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2" name="Google Shape;112;p8"/>
          <p:cNvGrpSpPr/>
          <p:nvPr/>
        </p:nvGrpSpPr>
        <p:grpSpPr>
          <a:xfrm>
            <a:off x="2781529" y="1706991"/>
            <a:ext cx="4286561" cy="1204516"/>
            <a:chOff x="2405001" y="2507700"/>
            <a:chExt cx="6297284" cy="1769525"/>
          </a:xfrm>
        </p:grpSpPr>
        <p:pic>
          <p:nvPicPr>
            <p:cNvPr id="113" name="Google Shape;11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7450" y="2507700"/>
              <a:ext cx="1194835" cy="1448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5001" y="2828550"/>
              <a:ext cx="1988018" cy="1448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8"/>
          <p:cNvSpPr txBox="1"/>
          <p:nvPr/>
        </p:nvSpPr>
        <p:spPr>
          <a:xfrm>
            <a:off x="6255490" y="2782002"/>
            <a:ext cx="1253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Robatori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2571751" y="2877600"/>
            <a:ext cx="1447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Accidents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7" name="Google Shape;117;p8"/>
          <p:cNvGrpSpPr/>
          <p:nvPr/>
        </p:nvGrpSpPr>
        <p:grpSpPr>
          <a:xfrm>
            <a:off x="3808804" y="3220477"/>
            <a:ext cx="2446691" cy="896043"/>
            <a:chOff x="3914149" y="4731124"/>
            <a:chExt cx="3594375" cy="1316355"/>
          </a:xfrm>
        </p:grpSpPr>
        <p:pic>
          <p:nvPicPr>
            <p:cNvPr id="118" name="Google Shape;11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6550" y="4883163"/>
              <a:ext cx="1011974" cy="953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8"/>
            <p:cNvSpPr/>
            <p:nvPr/>
          </p:nvSpPr>
          <p:spPr>
            <a:xfrm>
              <a:off x="3914149" y="4731124"/>
              <a:ext cx="1779270" cy="1316355"/>
            </a:xfrm>
            <a:custGeom>
              <a:rect b="b" l="l" r="r" t="t"/>
              <a:pathLst>
                <a:path extrusionOk="0" h="1316354" w="1779270">
                  <a:moveTo>
                    <a:pt x="404914" y="1316249"/>
                  </a:moveTo>
                  <a:lnTo>
                    <a:pt x="395691" y="1111499"/>
                  </a:lnTo>
                  <a:lnTo>
                    <a:pt x="105819" y="1086210"/>
                  </a:lnTo>
                  <a:lnTo>
                    <a:pt x="274225" y="936609"/>
                  </a:lnTo>
                  <a:lnTo>
                    <a:pt x="0" y="784692"/>
                  </a:lnTo>
                  <a:lnTo>
                    <a:pt x="324047" y="706387"/>
                  </a:lnTo>
                  <a:lnTo>
                    <a:pt x="96513" y="503952"/>
                  </a:lnTo>
                  <a:lnTo>
                    <a:pt x="442384" y="476348"/>
                  </a:lnTo>
                  <a:lnTo>
                    <a:pt x="370739" y="220898"/>
                  </a:lnTo>
                  <a:lnTo>
                    <a:pt x="704092" y="388902"/>
                  </a:lnTo>
                  <a:lnTo>
                    <a:pt x="800606" y="114988"/>
                  </a:lnTo>
                  <a:lnTo>
                    <a:pt x="943895" y="264590"/>
                  </a:lnTo>
                  <a:lnTo>
                    <a:pt x="1217956" y="0"/>
                  </a:lnTo>
                  <a:lnTo>
                    <a:pt x="1196133" y="352035"/>
                  </a:lnTo>
                  <a:lnTo>
                    <a:pt x="1482876" y="193293"/>
                  </a:lnTo>
                  <a:lnTo>
                    <a:pt x="1348892" y="398043"/>
                  </a:lnTo>
                  <a:lnTo>
                    <a:pt x="1778759" y="404929"/>
                  </a:lnTo>
                  <a:lnTo>
                    <a:pt x="1398714" y="572934"/>
                  </a:lnTo>
                  <a:lnTo>
                    <a:pt x="1504534" y="687984"/>
                  </a:lnTo>
                  <a:lnTo>
                    <a:pt x="1348892" y="750140"/>
                  </a:lnTo>
                  <a:lnTo>
                    <a:pt x="1554520" y="952574"/>
                  </a:lnTo>
                  <a:lnTo>
                    <a:pt x="1205603" y="874452"/>
                  </a:lnTo>
                  <a:lnTo>
                    <a:pt x="1230473" y="1058484"/>
                  </a:lnTo>
                  <a:lnTo>
                    <a:pt x="1003022" y="971038"/>
                  </a:lnTo>
                  <a:lnTo>
                    <a:pt x="956247" y="1148184"/>
                  </a:lnTo>
                  <a:lnTo>
                    <a:pt x="812958" y="1058484"/>
                  </a:lnTo>
                  <a:lnTo>
                    <a:pt x="716444" y="1201199"/>
                  </a:lnTo>
                  <a:lnTo>
                    <a:pt x="619848" y="1104492"/>
                  </a:lnTo>
                  <a:lnTo>
                    <a:pt x="404914" y="1316249"/>
                  </a:lnTo>
                  <a:close/>
                </a:path>
              </a:pathLst>
            </a:custGeom>
            <a:solidFill>
              <a:srgbClr val="F4F95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8"/>
          <p:cNvSpPr txBox="1"/>
          <p:nvPr/>
        </p:nvSpPr>
        <p:spPr>
          <a:xfrm>
            <a:off x="5809051" y="3986750"/>
            <a:ext cx="1922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399574" lvl="0" marL="408623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Esborrat de dades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3460601" y="4076100"/>
            <a:ext cx="1253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Pèrdues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122" name="Google Shape;122;p8"/>
          <p:cNvSpPr txBox="1"/>
          <p:nvPr>
            <p:ph type="title"/>
          </p:nvPr>
        </p:nvSpPr>
        <p:spPr>
          <a:xfrm>
            <a:off x="1354377" y="500925"/>
            <a:ext cx="1004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Com?</a:t>
            </a:r>
            <a:endParaRPr sz="2250"/>
          </a:p>
        </p:txBody>
      </p:sp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2087050" y="204075"/>
            <a:ext cx="5906119" cy="4677769"/>
          </a:xfrm>
          <a:custGeom>
            <a:rect b="b" l="l" r="r" t="t"/>
            <a:pathLst>
              <a:path extrusionOk="0" h="6955790" w="8289290">
                <a:moveTo>
                  <a:pt x="5247024" y="6955179"/>
                </a:moveTo>
                <a:lnTo>
                  <a:pt x="4512030" y="6367935"/>
                </a:lnTo>
                <a:lnTo>
                  <a:pt x="4409961" y="6771666"/>
                </a:lnTo>
                <a:lnTo>
                  <a:pt x="3470803" y="5964206"/>
                </a:lnTo>
                <a:lnTo>
                  <a:pt x="2980807" y="6845071"/>
                </a:lnTo>
                <a:lnTo>
                  <a:pt x="2041649" y="6092652"/>
                </a:lnTo>
                <a:lnTo>
                  <a:pt x="939158" y="6606491"/>
                </a:lnTo>
                <a:lnTo>
                  <a:pt x="1041226" y="5487070"/>
                </a:lnTo>
                <a:lnTo>
                  <a:pt x="122498" y="5597178"/>
                </a:lnTo>
                <a:lnTo>
                  <a:pt x="714562" y="4514435"/>
                </a:lnTo>
                <a:lnTo>
                  <a:pt x="0" y="4110705"/>
                </a:lnTo>
                <a:lnTo>
                  <a:pt x="857492" y="2954582"/>
                </a:lnTo>
                <a:lnTo>
                  <a:pt x="204164" y="2642596"/>
                </a:lnTo>
                <a:lnTo>
                  <a:pt x="1347488" y="2073716"/>
                </a:lnTo>
                <a:lnTo>
                  <a:pt x="1020824" y="1651622"/>
                </a:lnTo>
                <a:lnTo>
                  <a:pt x="2266216" y="1358000"/>
                </a:lnTo>
                <a:lnTo>
                  <a:pt x="1857886" y="715716"/>
                </a:lnTo>
                <a:lnTo>
                  <a:pt x="3307471" y="642310"/>
                </a:lnTo>
                <a:lnTo>
                  <a:pt x="3756634" y="0"/>
                </a:lnTo>
                <a:lnTo>
                  <a:pt x="4675362" y="697351"/>
                </a:lnTo>
                <a:lnTo>
                  <a:pt x="5492021" y="311986"/>
                </a:lnTo>
                <a:lnTo>
                  <a:pt x="5492021" y="1413067"/>
                </a:lnTo>
                <a:lnTo>
                  <a:pt x="6553679" y="972635"/>
                </a:lnTo>
                <a:lnTo>
                  <a:pt x="6349514" y="1963608"/>
                </a:lnTo>
                <a:lnTo>
                  <a:pt x="7962402" y="1559878"/>
                </a:lnTo>
                <a:lnTo>
                  <a:pt x="7268242" y="2917879"/>
                </a:lnTo>
                <a:lnTo>
                  <a:pt x="8289067" y="3505123"/>
                </a:lnTo>
                <a:lnTo>
                  <a:pt x="7207006" y="4422691"/>
                </a:lnTo>
                <a:lnTo>
                  <a:pt x="7921569" y="4973232"/>
                </a:lnTo>
                <a:lnTo>
                  <a:pt x="6880343" y="5230151"/>
                </a:lnTo>
                <a:lnTo>
                  <a:pt x="7452005" y="6386274"/>
                </a:lnTo>
                <a:lnTo>
                  <a:pt x="6206584" y="6147719"/>
                </a:lnTo>
                <a:lnTo>
                  <a:pt x="5247024" y="695517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</a:pPr>
            <a:r>
              <a:t/>
            </a:r>
            <a:endParaRPr b="0" i="0" sz="10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479723" y="500875"/>
            <a:ext cx="2319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ca" sz="2250">
                <a:solidFill>
                  <a:srgbClr val="17466B"/>
                </a:solidFill>
              </a:rPr>
              <a:t>A causa de </a:t>
            </a: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2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3312927" y="3756975"/>
            <a:ext cx="915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Calor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5068703" y="3849775"/>
            <a:ext cx="1732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Electricitat</a:t>
            </a:r>
            <a:endParaRPr b="0" i="0" sz="2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3091400" y="1815550"/>
            <a:ext cx="1977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50">
                <a:solidFill>
                  <a:srgbClr val="17466B"/>
                </a:solidFill>
              </a:rPr>
              <a:t>Magnetisme</a:t>
            </a:r>
            <a:endParaRPr sz="20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493025" y="2100475"/>
            <a:ext cx="1228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50">
                <a:solidFill>
                  <a:srgbClr val="17466B"/>
                </a:solidFill>
              </a:rPr>
              <a:t>Humitat</a:t>
            </a:r>
            <a:endParaRPr sz="20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214" y="1004867"/>
            <a:ext cx="739292" cy="664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1006" y="1218737"/>
            <a:ext cx="876144" cy="87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5">
            <a:alphaModFix/>
          </a:blip>
          <a:srcRect b="23800" l="-9770" r="9770" t="-23800"/>
          <a:stretch/>
        </p:blipFill>
        <p:spPr>
          <a:xfrm>
            <a:off x="5122255" y="2658795"/>
            <a:ext cx="949388" cy="94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9"/>
          <p:cNvPicPr preferRelativeResize="0"/>
          <p:nvPr/>
        </p:nvPicPr>
        <p:blipFill rotWithShape="1">
          <a:blip r:embed="rId6">
            <a:alphaModFix/>
          </a:blip>
          <a:srcRect b="19540" l="0" r="0" t="-19540"/>
          <a:stretch/>
        </p:blipFill>
        <p:spPr>
          <a:xfrm>
            <a:off x="3370902" y="2492670"/>
            <a:ext cx="949387" cy="9494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3" name="Google Shape;143;p10"/>
          <p:cNvSpPr txBox="1"/>
          <p:nvPr>
            <p:ph type="title"/>
          </p:nvPr>
        </p:nvSpPr>
        <p:spPr>
          <a:xfrm>
            <a:off x="1642131" y="535725"/>
            <a:ext cx="5198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Tipus d’amenaces</a:t>
            </a:r>
            <a:endParaRPr sz="2700"/>
          </a:p>
        </p:txBody>
      </p:sp>
      <p:grpSp>
        <p:nvGrpSpPr>
          <p:cNvPr id="144" name="Google Shape;144;p10"/>
          <p:cNvGrpSpPr/>
          <p:nvPr/>
        </p:nvGrpSpPr>
        <p:grpSpPr>
          <a:xfrm>
            <a:off x="3570466" y="1333525"/>
            <a:ext cx="2009937" cy="1901011"/>
            <a:chOff x="3564012" y="1959049"/>
            <a:chExt cx="2952750" cy="2792730"/>
          </a:xfrm>
        </p:grpSpPr>
        <p:sp>
          <p:nvSpPr>
            <p:cNvPr id="145" name="Google Shape;145;p10"/>
            <p:cNvSpPr/>
            <p:nvPr/>
          </p:nvSpPr>
          <p:spPr>
            <a:xfrm>
              <a:off x="3564012" y="1959049"/>
              <a:ext cx="2952750" cy="2792730"/>
            </a:xfrm>
            <a:custGeom>
              <a:rect b="b" l="l" r="r" t="t"/>
              <a:pathLst>
                <a:path extrusionOk="0" h="2792729" w="2952750">
                  <a:moveTo>
                    <a:pt x="1476299" y="2792699"/>
                  </a:moveTo>
                  <a:lnTo>
                    <a:pt x="1426578" y="2791922"/>
                  </a:lnTo>
                  <a:lnTo>
                    <a:pt x="1377268" y="2789608"/>
                  </a:lnTo>
                  <a:lnTo>
                    <a:pt x="1328396" y="2785779"/>
                  </a:lnTo>
                  <a:lnTo>
                    <a:pt x="1279987" y="2780462"/>
                  </a:lnTo>
                  <a:lnTo>
                    <a:pt x="1232067" y="2773680"/>
                  </a:lnTo>
                  <a:lnTo>
                    <a:pt x="1184662" y="2765458"/>
                  </a:lnTo>
                  <a:lnTo>
                    <a:pt x="1137797" y="2755821"/>
                  </a:lnTo>
                  <a:lnTo>
                    <a:pt x="1091500" y="2744792"/>
                  </a:lnTo>
                  <a:lnTo>
                    <a:pt x="1045795" y="2732397"/>
                  </a:lnTo>
                  <a:lnTo>
                    <a:pt x="1000708" y="2718659"/>
                  </a:lnTo>
                  <a:lnTo>
                    <a:pt x="956265" y="2703603"/>
                  </a:lnTo>
                  <a:lnTo>
                    <a:pt x="912492" y="2687254"/>
                  </a:lnTo>
                  <a:lnTo>
                    <a:pt x="869415" y="2669636"/>
                  </a:lnTo>
                  <a:lnTo>
                    <a:pt x="827060" y="2650773"/>
                  </a:lnTo>
                  <a:lnTo>
                    <a:pt x="785452" y="2630690"/>
                  </a:lnTo>
                  <a:lnTo>
                    <a:pt x="744618" y="2609411"/>
                  </a:lnTo>
                  <a:lnTo>
                    <a:pt x="704582" y="2586961"/>
                  </a:lnTo>
                  <a:lnTo>
                    <a:pt x="665372" y="2563364"/>
                  </a:lnTo>
                  <a:lnTo>
                    <a:pt x="627012" y="2538645"/>
                  </a:lnTo>
                  <a:lnTo>
                    <a:pt x="589530" y="2512828"/>
                  </a:lnTo>
                  <a:lnTo>
                    <a:pt x="552949" y="2485937"/>
                  </a:lnTo>
                  <a:lnTo>
                    <a:pt x="517297" y="2457997"/>
                  </a:lnTo>
                  <a:lnTo>
                    <a:pt x="482599" y="2429033"/>
                  </a:lnTo>
                  <a:lnTo>
                    <a:pt x="448881" y="2399068"/>
                  </a:lnTo>
                  <a:lnTo>
                    <a:pt x="416169" y="2368127"/>
                  </a:lnTo>
                  <a:lnTo>
                    <a:pt x="384489" y="2336235"/>
                  </a:lnTo>
                  <a:lnTo>
                    <a:pt x="353866" y="2303416"/>
                  </a:lnTo>
                  <a:lnTo>
                    <a:pt x="324326" y="2269695"/>
                  </a:lnTo>
                  <a:lnTo>
                    <a:pt x="295896" y="2235096"/>
                  </a:lnTo>
                  <a:lnTo>
                    <a:pt x="268600" y="2199643"/>
                  </a:lnTo>
                  <a:lnTo>
                    <a:pt x="242466" y="2163361"/>
                  </a:lnTo>
                  <a:lnTo>
                    <a:pt x="217518" y="2126274"/>
                  </a:lnTo>
                  <a:lnTo>
                    <a:pt x="193782" y="2088406"/>
                  </a:lnTo>
                  <a:lnTo>
                    <a:pt x="171285" y="2049783"/>
                  </a:lnTo>
                  <a:lnTo>
                    <a:pt x="150052" y="2010429"/>
                  </a:lnTo>
                  <a:lnTo>
                    <a:pt x="130109" y="1970367"/>
                  </a:lnTo>
                  <a:lnTo>
                    <a:pt x="111482" y="1929623"/>
                  </a:lnTo>
                  <a:lnTo>
                    <a:pt x="94197" y="1888221"/>
                  </a:lnTo>
                  <a:lnTo>
                    <a:pt x="78279" y="1846185"/>
                  </a:lnTo>
                  <a:lnTo>
                    <a:pt x="63755" y="1803540"/>
                  </a:lnTo>
                  <a:lnTo>
                    <a:pt x="50650" y="1760310"/>
                  </a:lnTo>
                  <a:lnTo>
                    <a:pt x="38990" y="1716520"/>
                  </a:lnTo>
                  <a:lnTo>
                    <a:pt x="28800" y="1672193"/>
                  </a:lnTo>
                  <a:lnTo>
                    <a:pt x="20108" y="1627356"/>
                  </a:lnTo>
                  <a:lnTo>
                    <a:pt x="12938" y="1582031"/>
                  </a:lnTo>
                  <a:lnTo>
                    <a:pt x="7316" y="1536243"/>
                  </a:lnTo>
                  <a:lnTo>
                    <a:pt x="3268" y="1490018"/>
                  </a:lnTo>
                  <a:lnTo>
                    <a:pt x="821" y="1443378"/>
                  </a:lnTo>
                  <a:lnTo>
                    <a:pt x="0" y="1396349"/>
                  </a:lnTo>
                  <a:lnTo>
                    <a:pt x="821" y="1349321"/>
                  </a:lnTo>
                  <a:lnTo>
                    <a:pt x="3268" y="1302681"/>
                  </a:lnTo>
                  <a:lnTo>
                    <a:pt x="7316" y="1256456"/>
                  </a:lnTo>
                  <a:lnTo>
                    <a:pt x="12938" y="1210668"/>
                  </a:lnTo>
                  <a:lnTo>
                    <a:pt x="20108" y="1165343"/>
                  </a:lnTo>
                  <a:lnTo>
                    <a:pt x="28800" y="1120506"/>
                  </a:lnTo>
                  <a:lnTo>
                    <a:pt x="38990" y="1076179"/>
                  </a:lnTo>
                  <a:lnTo>
                    <a:pt x="50650" y="1032389"/>
                  </a:lnTo>
                  <a:lnTo>
                    <a:pt x="63755" y="989159"/>
                  </a:lnTo>
                  <a:lnTo>
                    <a:pt x="78279" y="946514"/>
                  </a:lnTo>
                  <a:lnTo>
                    <a:pt x="94197" y="904478"/>
                  </a:lnTo>
                  <a:lnTo>
                    <a:pt x="111482" y="863076"/>
                  </a:lnTo>
                  <a:lnTo>
                    <a:pt x="130109" y="822332"/>
                  </a:lnTo>
                  <a:lnTo>
                    <a:pt x="150052" y="782270"/>
                  </a:lnTo>
                  <a:lnTo>
                    <a:pt x="171285" y="742916"/>
                  </a:lnTo>
                  <a:lnTo>
                    <a:pt x="193782" y="704293"/>
                  </a:lnTo>
                  <a:lnTo>
                    <a:pt x="217518" y="666425"/>
                  </a:lnTo>
                  <a:lnTo>
                    <a:pt x="242466" y="629338"/>
                  </a:lnTo>
                  <a:lnTo>
                    <a:pt x="268600" y="593056"/>
                  </a:lnTo>
                  <a:lnTo>
                    <a:pt x="295896" y="557603"/>
                  </a:lnTo>
                  <a:lnTo>
                    <a:pt x="324326" y="523004"/>
                  </a:lnTo>
                  <a:lnTo>
                    <a:pt x="353866" y="489282"/>
                  </a:lnTo>
                  <a:lnTo>
                    <a:pt x="384489" y="456464"/>
                  </a:lnTo>
                  <a:lnTo>
                    <a:pt x="416169" y="424572"/>
                  </a:lnTo>
                  <a:lnTo>
                    <a:pt x="448881" y="393631"/>
                  </a:lnTo>
                  <a:lnTo>
                    <a:pt x="482599" y="363666"/>
                  </a:lnTo>
                  <a:lnTo>
                    <a:pt x="517297" y="334702"/>
                  </a:lnTo>
                  <a:lnTo>
                    <a:pt x="552949" y="306762"/>
                  </a:lnTo>
                  <a:lnTo>
                    <a:pt x="589530" y="279871"/>
                  </a:lnTo>
                  <a:lnTo>
                    <a:pt x="627012" y="254054"/>
                  </a:lnTo>
                  <a:lnTo>
                    <a:pt x="665372" y="229335"/>
                  </a:lnTo>
                  <a:lnTo>
                    <a:pt x="704582" y="205738"/>
                  </a:lnTo>
                  <a:lnTo>
                    <a:pt x="744618" y="183288"/>
                  </a:lnTo>
                  <a:lnTo>
                    <a:pt x="785452" y="162009"/>
                  </a:lnTo>
                  <a:lnTo>
                    <a:pt x="827060" y="141926"/>
                  </a:lnTo>
                  <a:lnTo>
                    <a:pt x="869415" y="123063"/>
                  </a:lnTo>
                  <a:lnTo>
                    <a:pt x="912492" y="105445"/>
                  </a:lnTo>
                  <a:lnTo>
                    <a:pt x="956265" y="89096"/>
                  </a:lnTo>
                  <a:lnTo>
                    <a:pt x="1000708" y="74040"/>
                  </a:lnTo>
                  <a:lnTo>
                    <a:pt x="1045795" y="60302"/>
                  </a:lnTo>
                  <a:lnTo>
                    <a:pt x="1091500" y="47907"/>
                  </a:lnTo>
                  <a:lnTo>
                    <a:pt x="1137797" y="36878"/>
                  </a:lnTo>
                  <a:lnTo>
                    <a:pt x="1184662" y="27241"/>
                  </a:lnTo>
                  <a:lnTo>
                    <a:pt x="1232067" y="19019"/>
                  </a:lnTo>
                  <a:lnTo>
                    <a:pt x="1279987" y="12237"/>
                  </a:lnTo>
                  <a:lnTo>
                    <a:pt x="1328396" y="6920"/>
                  </a:lnTo>
                  <a:lnTo>
                    <a:pt x="1377268" y="3091"/>
                  </a:lnTo>
                  <a:lnTo>
                    <a:pt x="1426578" y="777"/>
                  </a:lnTo>
                  <a:lnTo>
                    <a:pt x="1476299" y="0"/>
                  </a:lnTo>
                  <a:lnTo>
                    <a:pt x="1523927" y="777"/>
                  </a:lnTo>
                  <a:lnTo>
                    <a:pt x="1526157" y="777"/>
                  </a:lnTo>
                  <a:lnTo>
                    <a:pt x="1578022" y="3315"/>
                  </a:lnTo>
                  <a:lnTo>
                    <a:pt x="1628509" y="7436"/>
                  </a:lnTo>
                  <a:lnTo>
                    <a:pt x="1678691" y="13178"/>
                  </a:lnTo>
                  <a:lnTo>
                    <a:pt x="1728529" y="20525"/>
                  </a:lnTo>
                  <a:lnTo>
                    <a:pt x="1777981" y="29460"/>
                  </a:lnTo>
                  <a:lnTo>
                    <a:pt x="1827007" y="39968"/>
                  </a:lnTo>
                  <a:lnTo>
                    <a:pt x="1875565" y="52033"/>
                  </a:lnTo>
                  <a:lnTo>
                    <a:pt x="1923616" y="65639"/>
                  </a:lnTo>
                  <a:lnTo>
                    <a:pt x="1971119" y="80770"/>
                  </a:lnTo>
                  <a:lnTo>
                    <a:pt x="2018032" y="97409"/>
                  </a:lnTo>
                  <a:lnTo>
                    <a:pt x="2064315" y="115542"/>
                  </a:lnTo>
                  <a:lnTo>
                    <a:pt x="2109928" y="135152"/>
                  </a:lnTo>
                  <a:lnTo>
                    <a:pt x="2154829" y="156224"/>
                  </a:lnTo>
                  <a:lnTo>
                    <a:pt x="2198978" y="178740"/>
                  </a:lnTo>
                  <a:lnTo>
                    <a:pt x="2242334" y="202685"/>
                  </a:lnTo>
                  <a:lnTo>
                    <a:pt x="2284856" y="228044"/>
                  </a:lnTo>
                  <a:lnTo>
                    <a:pt x="2326504" y="254800"/>
                  </a:lnTo>
                  <a:lnTo>
                    <a:pt x="2367236" y="282937"/>
                  </a:lnTo>
                  <a:lnTo>
                    <a:pt x="2407013" y="312440"/>
                  </a:lnTo>
                  <a:lnTo>
                    <a:pt x="2445793" y="343292"/>
                  </a:lnTo>
                  <a:lnTo>
                    <a:pt x="2483536" y="375478"/>
                  </a:lnTo>
                  <a:lnTo>
                    <a:pt x="2520201" y="408981"/>
                  </a:lnTo>
                  <a:lnTo>
                    <a:pt x="2557199" y="445261"/>
                  </a:lnTo>
                  <a:lnTo>
                    <a:pt x="2592675" y="482654"/>
                  </a:lnTo>
                  <a:lnTo>
                    <a:pt x="2626607" y="521115"/>
                  </a:lnTo>
                  <a:lnTo>
                    <a:pt x="2658978" y="560601"/>
                  </a:lnTo>
                  <a:lnTo>
                    <a:pt x="2689768" y="601067"/>
                  </a:lnTo>
                  <a:lnTo>
                    <a:pt x="2718957" y="642469"/>
                  </a:lnTo>
                  <a:lnTo>
                    <a:pt x="2746527" y="684765"/>
                  </a:lnTo>
                  <a:lnTo>
                    <a:pt x="2772457" y="727908"/>
                  </a:lnTo>
                  <a:lnTo>
                    <a:pt x="2796730" y="771856"/>
                  </a:lnTo>
                  <a:lnTo>
                    <a:pt x="2819325" y="816565"/>
                  </a:lnTo>
                  <a:lnTo>
                    <a:pt x="2840223" y="861989"/>
                  </a:lnTo>
                  <a:lnTo>
                    <a:pt x="2859405" y="908086"/>
                  </a:lnTo>
                  <a:lnTo>
                    <a:pt x="2876852" y="954812"/>
                  </a:lnTo>
                  <a:lnTo>
                    <a:pt x="2892544" y="1002122"/>
                  </a:lnTo>
                  <a:lnTo>
                    <a:pt x="2906462" y="1049971"/>
                  </a:lnTo>
                  <a:lnTo>
                    <a:pt x="2918587" y="1098318"/>
                  </a:lnTo>
                  <a:lnTo>
                    <a:pt x="2928899" y="1147116"/>
                  </a:lnTo>
                  <a:lnTo>
                    <a:pt x="2937380" y="1196322"/>
                  </a:lnTo>
                  <a:lnTo>
                    <a:pt x="2944010" y="1245893"/>
                  </a:lnTo>
                  <a:lnTo>
                    <a:pt x="2948769" y="1295784"/>
                  </a:lnTo>
                  <a:lnTo>
                    <a:pt x="2951639" y="1345951"/>
                  </a:lnTo>
                  <a:lnTo>
                    <a:pt x="2952599" y="1396349"/>
                  </a:lnTo>
                  <a:lnTo>
                    <a:pt x="2951778" y="1443378"/>
                  </a:lnTo>
                  <a:lnTo>
                    <a:pt x="2949330" y="1490018"/>
                  </a:lnTo>
                  <a:lnTo>
                    <a:pt x="2945283" y="1536243"/>
                  </a:lnTo>
                  <a:lnTo>
                    <a:pt x="2939661" y="1582031"/>
                  </a:lnTo>
                  <a:lnTo>
                    <a:pt x="2932491" y="1627356"/>
                  </a:lnTo>
                  <a:lnTo>
                    <a:pt x="2923799" y="1672193"/>
                  </a:lnTo>
                  <a:lnTo>
                    <a:pt x="2913609" y="1716520"/>
                  </a:lnTo>
                  <a:lnTo>
                    <a:pt x="2901949" y="1760310"/>
                  </a:lnTo>
                  <a:lnTo>
                    <a:pt x="2888844" y="1803540"/>
                  </a:lnTo>
                  <a:lnTo>
                    <a:pt x="2874320" y="1846185"/>
                  </a:lnTo>
                  <a:lnTo>
                    <a:pt x="2858402" y="1888221"/>
                  </a:lnTo>
                  <a:lnTo>
                    <a:pt x="2841116" y="1929623"/>
                  </a:lnTo>
                  <a:lnTo>
                    <a:pt x="2822489" y="1970367"/>
                  </a:lnTo>
                  <a:lnTo>
                    <a:pt x="2802547" y="2010429"/>
                  </a:lnTo>
                  <a:lnTo>
                    <a:pt x="2781314" y="2049783"/>
                  </a:lnTo>
                  <a:lnTo>
                    <a:pt x="2758817" y="2088406"/>
                  </a:lnTo>
                  <a:lnTo>
                    <a:pt x="2735081" y="2126274"/>
                  </a:lnTo>
                  <a:lnTo>
                    <a:pt x="2710133" y="2163361"/>
                  </a:lnTo>
                  <a:lnTo>
                    <a:pt x="2683999" y="2199643"/>
                  </a:lnTo>
                  <a:lnTo>
                    <a:pt x="2656703" y="2235096"/>
                  </a:lnTo>
                  <a:lnTo>
                    <a:pt x="2628273" y="2269695"/>
                  </a:lnTo>
                  <a:lnTo>
                    <a:pt x="2598733" y="2303416"/>
                  </a:lnTo>
                  <a:lnTo>
                    <a:pt x="2568110" y="2336235"/>
                  </a:lnTo>
                  <a:lnTo>
                    <a:pt x="2536430" y="2368127"/>
                  </a:lnTo>
                  <a:lnTo>
                    <a:pt x="2503718" y="2399068"/>
                  </a:lnTo>
                  <a:lnTo>
                    <a:pt x="2470000" y="2429033"/>
                  </a:lnTo>
                  <a:lnTo>
                    <a:pt x="2435302" y="2457997"/>
                  </a:lnTo>
                  <a:lnTo>
                    <a:pt x="2399650" y="2485937"/>
                  </a:lnTo>
                  <a:lnTo>
                    <a:pt x="2363069" y="2512828"/>
                  </a:lnTo>
                  <a:lnTo>
                    <a:pt x="2325586" y="2538645"/>
                  </a:lnTo>
                  <a:lnTo>
                    <a:pt x="2287227" y="2563364"/>
                  </a:lnTo>
                  <a:lnTo>
                    <a:pt x="2248017" y="2586961"/>
                  </a:lnTo>
                  <a:lnTo>
                    <a:pt x="2207981" y="2609411"/>
                  </a:lnTo>
                  <a:lnTo>
                    <a:pt x="2167147" y="2630690"/>
                  </a:lnTo>
                  <a:lnTo>
                    <a:pt x="2125539" y="2650773"/>
                  </a:lnTo>
                  <a:lnTo>
                    <a:pt x="2083184" y="2669636"/>
                  </a:lnTo>
                  <a:lnTo>
                    <a:pt x="2040107" y="2687254"/>
                  </a:lnTo>
                  <a:lnTo>
                    <a:pt x="1996334" y="2703603"/>
                  </a:lnTo>
                  <a:lnTo>
                    <a:pt x="1951891" y="2718659"/>
                  </a:lnTo>
                  <a:lnTo>
                    <a:pt x="1906804" y="2732397"/>
                  </a:lnTo>
                  <a:lnTo>
                    <a:pt x="1861099" y="2744792"/>
                  </a:lnTo>
                  <a:lnTo>
                    <a:pt x="1814802" y="2755821"/>
                  </a:lnTo>
                  <a:lnTo>
                    <a:pt x="1767937" y="2765458"/>
                  </a:lnTo>
                  <a:lnTo>
                    <a:pt x="1720532" y="2773680"/>
                  </a:lnTo>
                  <a:lnTo>
                    <a:pt x="1672612" y="2780462"/>
                  </a:lnTo>
                  <a:lnTo>
                    <a:pt x="1624203" y="2785779"/>
                  </a:lnTo>
                  <a:lnTo>
                    <a:pt x="1575331" y="2789608"/>
                  </a:lnTo>
                  <a:lnTo>
                    <a:pt x="1526021" y="2791922"/>
                  </a:lnTo>
                  <a:lnTo>
                    <a:pt x="1476299" y="279269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" name="Google Shape;14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59587" y="2787446"/>
              <a:ext cx="1961451" cy="11359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0"/>
          <p:cNvGrpSpPr/>
          <p:nvPr/>
        </p:nvGrpSpPr>
        <p:grpSpPr>
          <a:xfrm>
            <a:off x="1426533" y="1333525"/>
            <a:ext cx="2009937" cy="1901011"/>
            <a:chOff x="414412" y="1959049"/>
            <a:chExt cx="2952750" cy="2792730"/>
          </a:xfrm>
        </p:grpSpPr>
        <p:sp>
          <p:nvSpPr>
            <p:cNvPr id="148" name="Google Shape;148;p10"/>
            <p:cNvSpPr/>
            <p:nvPr/>
          </p:nvSpPr>
          <p:spPr>
            <a:xfrm>
              <a:off x="414412" y="1959049"/>
              <a:ext cx="2952750" cy="2792730"/>
            </a:xfrm>
            <a:custGeom>
              <a:rect b="b" l="l" r="r" t="t"/>
              <a:pathLst>
                <a:path extrusionOk="0" h="2792729" w="2952750">
                  <a:moveTo>
                    <a:pt x="1476299" y="2792699"/>
                  </a:moveTo>
                  <a:lnTo>
                    <a:pt x="1426578" y="2791922"/>
                  </a:lnTo>
                  <a:lnTo>
                    <a:pt x="1377268" y="2789608"/>
                  </a:lnTo>
                  <a:lnTo>
                    <a:pt x="1328396" y="2785779"/>
                  </a:lnTo>
                  <a:lnTo>
                    <a:pt x="1279987" y="2780462"/>
                  </a:lnTo>
                  <a:lnTo>
                    <a:pt x="1232067" y="2773680"/>
                  </a:lnTo>
                  <a:lnTo>
                    <a:pt x="1184662" y="2765458"/>
                  </a:lnTo>
                  <a:lnTo>
                    <a:pt x="1137797" y="2755821"/>
                  </a:lnTo>
                  <a:lnTo>
                    <a:pt x="1091500" y="2744792"/>
                  </a:lnTo>
                  <a:lnTo>
                    <a:pt x="1045795" y="2732397"/>
                  </a:lnTo>
                  <a:lnTo>
                    <a:pt x="1000708" y="2718659"/>
                  </a:lnTo>
                  <a:lnTo>
                    <a:pt x="956265" y="2703603"/>
                  </a:lnTo>
                  <a:lnTo>
                    <a:pt x="912492" y="2687254"/>
                  </a:lnTo>
                  <a:lnTo>
                    <a:pt x="869415" y="2669636"/>
                  </a:lnTo>
                  <a:lnTo>
                    <a:pt x="827060" y="2650773"/>
                  </a:lnTo>
                  <a:lnTo>
                    <a:pt x="785452" y="2630690"/>
                  </a:lnTo>
                  <a:lnTo>
                    <a:pt x="744618" y="2609411"/>
                  </a:lnTo>
                  <a:lnTo>
                    <a:pt x="704582" y="2586961"/>
                  </a:lnTo>
                  <a:lnTo>
                    <a:pt x="665372" y="2563364"/>
                  </a:lnTo>
                  <a:lnTo>
                    <a:pt x="627012" y="2538645"/>
                  </a:lnTo>
                  <a:lnTo>
                    <a:pt x="589530" y="2512828"/>
                  </a:lnTo>
                  <a:lnTo>
                    <a:pt x="552949" y="2485937"/>
                  </a:lnTo>
                  <a:lnTo>
                    <a:pt x="517297" y="2457997"/>
                  </a:lnTo>
                  <a:lnTo>
                    <a:pt x="482599" y="2429033"/>
                  </a:lnTo>
                  <a:lnTo>
                    <a:pt x="448881" y="2399068"/>
                  </a:lnTo>
                  <a:lnTo>
                    <a:pt x="416169" y="2368127"/>
                  </a:lnTo>
                  <a:lnTo>
                    <a:pt x="384489" y="2336235"/>
                  </a:lnTo>
                  <a:lnTo>
                    <a:pt x="353866" y="2303416"/>
                  </a:lnTo>
                  <a:lnTo>
                    <a:pt x="324326" y="2269695"/>
                  </a:lnTo>
                  <a:lnTo>
                    <a:pt x="295896" y="2235096"/>
                  </a:lnTo>
                  <a:lnTo>
                    <a:pt x="268600" y="2199643"/>
                  </a:lnTo>
                  <a:lnTo>
                    <a:pt x="242466" y="2163361"/>
                  </a:lnTo>
                  <a:lnTo>
                    <a:pt x="217518" y="2126274"/>
                  </a:lnTo>
                  <a:lnTo>
                    <a:pt x="193782" y="2088406"/>
                  </a:lnTo>
                  <a:lnTo>
                    <a:pt x="171285" y="2049783"/>
                  </a:lnTo>
                  <a:lnTo>
                    <a:pt x="150052" y="2010429"/>
                  </a:lnTo>
                  <a:lnTo>
                    <a:pt x="130109" y="1970367"/>
                  </a:lnTo>
                  <a:lnTo>
                    <a:pt x="111482" y="1929623"/>
                  </a:lnTo>
                  <a:lnTo>
                    <a:pt x="94197" y="1888221"/>
                  </a:lnTo>
                  <a:lnTo>
                    <a:pt x="78279" y="1846185"/>
                  </a:lnTo>
                  <a:lnTo>
                    <a:pt x="63755" y="1803540"/>
                  </a:lnTo>
                  <a:lnTo>
                    <a:pt x="50650" y="1760310"/>
                  </a:lnTo>
                  <a:lnTo>
                    <a:pt x="38990" y="1716520"/>
                  </a:lnTo>
                  <a:lnTo>
                    <a:pt x="28800" y="1672193"/>
                  </a:lnTo>
                  <a:lnTo>
                    <a:pt x="20108" y="1627356"/>
                  </a:lnTo>
                  <a:lnTo>
                    <a:pt x="12938" y="1582031"/>
                  </a:lnTo>
                  <a:lnTo>
                    <a:pt x="7316" y="1536243"/>
                  </a:lnTo>
                  <a:lnTo>
                    <a:pt x="3268" y="1490018"/>
                  </a:lnTo>
                  <a:lnTo>
                    <a:pt x="821" y="1443378"/>
                  </a:lnTo>
                  <a:lnTo>
                    <a:pt x="0" y="1396349"/>
                  </a:lnTo>
                  <a:lnTo>
                    <a:pt x="821" y="1349321"/>
                  </a:lnTo>
                  <a:lnTo>
                    <a:pt x="3268" y="1302681"/>
                  </a:lnTo>
                  <a:lnTo>
                    <a:pt x="7316" y="1256456"/>
                  </a:lnTo>
                  <a:lnTo>
                    <a:pt x="12938" y="1210668"/>
                  </a:lnTo>
                  <a:lnTo>
                    <a:pt x="20108" y="1165343"/>
                  </a:lnTo>
                  <a:lnTo>
                    <a:pt x="28800" y="1120506"/>
                  </a:lnTo>
                  <a:lnTo>
                    <a:pt x="38990" y="1076179"/>
                  </a:lnTo>
                  <a:lnTo>
                    <a:pt x="50650" y="1032389"/>
                  </a:lnTo>
                  <a:lnTo>
                    <a:pt x="63755" y="989159"/>
                  </a:lnTo>
                  <a:lnTo>
                    <a:pt x="78279" y="946514"/>
                  </a:lnTo>
                  <a:lnTo>
                    <a:pt x="94197" y="904478"/>
                  </a:lnTo>
                  <a:lnTo>
                    <a:pt x="111482" y="863076"/>
                  </a:lnTo>
                  <a:lnTo>
                    <a:pt x="130109" y="822332"/>
                  </a:lnTo>
                  <a:lnTo>
                    <a:pt x="150052" y="782270"/>
                  </a:lnTo>
                  <a:lnTo>
                    <a:pt x="171285" y="742916"/>
                  </a:lnTo>
                  <a:lnTo>
                    <a:pt x="193782" y="704293"/>
                  </a:lnTo>
                  <a:lnTo>
                    <a:pt x="217518" y="666425"/>
                  </a:lnTo>
                  <a:lnTo>
                    <a:pt x="242466" y="629338"/>
                  </a:lnTo>
                  <a:lnTo>
                    <a:pt x="268600" y="593056"/>
                  </a:lnTo>
                  <a:lnTo>
                    <a:pt x="295896" y="557603"/>
                  </a:lnTo>
                  <a:lnTo>
                    <a:pt x="324326" y="523004"/>
                  </a:lnTo>
                  <a:lnTo>
                    <a:pt x="353866" y="489282"/>
                  </a:lnTo>
                  <a:lnTo>
                    <a:pt x="384489" y="456464"/>
                  </a:lnTo>
                  <a:lnTo>
                    <a:pt x="416169" y="424572"/>
                  </a:lnTo>
                  <a:lnTo>
                    <a:pt x="448881" y="393631"/>
                  </a:lnTo>
                  <a:lnTo>
                    <a:pt x="482599" y="363666"/>
                  </a:lnTo>
                  <a:lnTo>
                    <a:pt x="517297" y="334702"/>
                  </a:lnTo>
                  <a:lnTo>
                    <a:pt x="552949" y="306762"/>
                  </a:lnTo>
                  <a:lnTo>
                    <a:pt x="589530" y="279871"/>
                  </a:lnTo>
                  <a:lnTo>
                    <a:pt x="627012" y="254054"/>
                  </a:lnTo>
                  <a:lnTo>
                    <a:pt x="665372" y="229335"/>
                  </a:lnTo>
                  <a:lnTo>
                    <a:pt x="704582" y="205738"/>
                  </a:lnTo>
                  <a:lnTo>
                    <a:pt x="744618" y="183288"/>
                  </a:lnTo>
                  <a:lnTo>
                    <a:pt x="785452" y="162009"/>
                  </a:lnTo>
                  <a:lnTo>
                    <a:pt x="827060" y="141926"/>
                  </a:lnTo>
                  <a:lnTo>
                    <a:pt x="869415" y="123063"/>
                  </a:lnTo>
                  <a:lnTo>
                    <a:pt x="912492" y="105445"/>
                  </a:lnTo>
                  <a:lnTo>
                    <a:pt x="956265" y="89096"/>
                  </a:lnTo>
                  <a:lnTo>
                    <a:pt x="1000708" y="74040"/>
                  </a:lnTo>
                  <a:lnTo>
                    <a:pt x="1045795" y="60302"/>
                  </a:lnTo>
                  <a:lnTo>
                    <a:pt x="1091500" y="47907"/>
                  </a:lnTo>
                  <a:lnTo>
                    <a:pt x="1137797" y="36878"/>
                  </a:lnTo>
                  <a:lnTo>
                    <a:pt x="1184662" y="27241"/>
                  </a:lnTo>
                  <a:lnTo>
                    <a:pt x="1232067" y="19019"/>
                  </a:lnTo>
                  <a:lnTo>
                    <a:pt x="1279987" y="12237"/>
                  </a:lnTo>
                  <a:lnTo>
                    <a:pt x="1328396" y="6920"/>
                  </a:lnTo>
                  <a:lnTo>
                    <a:pt x="1377268" y="3091"/>
                  </a:lnTo>
                  <a:lnTo>
                    <a:pt x="1426578" y="777"/>
                  </a:lnTo>
                  <a:lnTo>
                    <a:pt x="1476299" y="0"/>
                  </a:lnTo>
                  <a:lnTo>
                    <a:pt x="1523927" y="777"/>
                  </a:lnTo>
                  <a:lnTo>
                    <a:pt x="1526157" y="777"/>
                  </a:lnTo>
                  <a:lnTo>
                    <a:pt x="1578022" y="3315"/>
                  </a:lnTo>
                  <a:lnTo>
                    <a:pt x="1628509" y="7436"/>
                  </a:lnTo>
                  <a:lnTo>
                    <a:pt x="1678691" y="13178"/>
                  </a:lnTo>
                  <a:lnTo>
                    <a:pt x="1728529" y="20525"/>
                  </a:lnTo>
                  <a:lnTo>
                    <a:pt x="1777981" y="29460"/>
                  </a:lnTo>
                  <a:lnTo>
                    <a:pt x="1827007" y="39968"/>
                  </a:lnTo>
                  <a:lnTo>
                    <a:pt x="1875565" y="52033"/>
                  </a:lnTo>
                  <a:lnTo>
                    <a:pt x="1923616" y="65639"/>
                  </a:lnTo>
                  <a:lnTo>
                    <a:pt x="1971119" y="80770"/>
                  </a:lnTo>
                  <a:lnTo>
                    <a:pt x="2018032" y="97409"/>
                  </a:lnTo>
                  <a:lnTo>
                    <a:pt x="2064315" y="115542"/>
                  </a:lnTo>
                  <a:lnTo>
                    <a:pt x="2109928" y="135152"/>
                  </a:lnTo>
                  <a:lnTo>
                    <a:pt x="2154829" y="156224"/>
                  </a:lnTo>
                  <a:lnTo>
                    <a:pt x="2198978" y="178740"/>
                  </a:lnTo>
                  <a:lnTo>
                    <a:pt x="2242334" y="202685"/>
                  </a:lnTo>
                  <a:lnTo>
                    <a:pt x="2284856" y="228044"/>
                  </a:lnTo>
                  <a:lnTo>
                    <a:pt x="2326504" y="254800"/>
                  </a:lnTo>
                  <a:lnTo>
                    <a:pt x="2367236" y="282937"/>
                  </a:lnTo>
                  <a:lnTo>
                    <a:pt x="2407013" y="312440"/>
                  </a:lnTo>
                  <a:lnTo>
                    <a:pt x="2445794" y="343292"/>
                  </a:lnTo>
                  <a:lnTo>
                    <a:pt x="2483536" y="375478"/>
                  </a:lnTo>
                  <a:lnTo>
                    <a:pt x="2520201" y="408981"/>
                  </a:lnTo>
                  <a:lnTo>
                    <a:pt x="2557200" y="445261"/>
                  </a:lnTo>
                  <a:lnTo>
                    <a:pt x="2592675" y="482654"/>
                  </a:lnTo>
                  <a:lnTo>
                    <a:pt x="2626607" y="521115"/>
                  </a:lnTo>
                  <a:lnTo>
                    <a:pt x="2658978" y="560601"/>
                  </a:lnTo>
                  <a:lnTo>
                    <a:pt x="2689768" y="601067"/>
                  </a:lnTo>
                  <a:lnTo>
                    <a:pt x="2718957" y="642469"/>
                  </a:lnTo>
                  <a:lnTo>
                    <a:pt x="2746527" y="684765"/>
                  </a:lnTo>
                  <a:lnTo>
                    <a:pt x="2772457" y="727908"/>
                  </a:lnTo>
                  <a:lnTo>
                    <a:pt x="2796730" y="771856"/>
                  </a:lnTo>
                  <a:lnTo>
                    <a:pt x="2819325" y="816565"/>
                  </a:lnTo>
                  <a:lnTo>
                    <a:pt x="2840223" y="861989"/>
                  </a:lnTo>
                  <a:lnTo>
                    <a:pt x="2859405" y="908086"/>
                  </a:lnTo>
                  <a:lnTo>
                    <a:pt x="2876852" y="954812"/>
                  </a:lnTo>
                  <a:lnTo>
                    <a:pt x="2892544" y="1002122"/>
                  </a:lnTo>
                  <a:lnTo>
                    <a:pt x="2906462" y="1049971"/>
                  </a:lnTo>
                  <a:lnTo>
                    <a:pt x="2918587" y="1098318"/>
                  </a:lnTo>
                  <a:lnTo>
                    <a:pt x="2928899" y="1147116"/>
                  </a:lnTo>
                  <a:lnTo>
                    <a:pt x="2937380" y="1196322"/>
                  </a:lnTo>
                  <a:lnTo>
                    <a:pt x="2944010" y="1245893"/>
                  </a:lnTo>
                  <a:lnTo>
                    <a:pt x="2948769" y="1295784"/>
                  </a:lnTo>
                  <a:lnTo>
                    <a:pt x="2951639" y="1345951"/>
                  </a:lnTo>
                  <a:lnTo>
                    <a:pt x="2952599" y="1396349"/>
                  </a:lnTo>
                  <a:lnTo>
                    <a:pt x="2951778" y="1443378"/>
                  </a:lnTo>
                  <a:lnTo>
                    <a:pt x="2949330" y="1490018"/>
                  </a:lnTo>
                  <a:lnTo>
                    <a:pt x="2945283" y="1536243"/>
                  </a:lnTo>
                  <a:lnTo>
                    <a:pt x="2939661" y="1582031"/>
                  </a:lnTo>
                  <a:lnTo>
                    <a:pt x="2932491" y="1627356"/>
                  </a:lnTo>
                  <a:lnTo>
                    <a:pt x="2923799" y="1672193"/>
                  </a:lnTo>
                  <a:lnTo>
                    <a:pt x="2913609" y="1716520"/>
                  </a:lnTo>
                  <a:lnTo>
                    <a:pt x="2901949" y="1760310"/>
                  </a:lnTo>
                  <a:lnTo>
                    <a:pt x="2888844" y="1803540"/>
                  </a:lnTo>
                  <a:lnTo>
                    <a:pt x="2874320" y="1846185"/>
                  </a:lnTo>
                  <a:lnTo>
                    <a:pt x="2858402" y="1888221"/>
                  </a:lnTo>
                  <a:lnTo>
                    <a:pt x="2841116" y="1929623"/>
                  </a:lnTo>
                  <a:lnTo>
                    <a:pt x="2822489" y="1970367"/>
                  </a:lnTo>
                  <a:lnTo>
                    <a:pt x="2802547" y="2010429"/>
                  </a:lnTo>
                  <a:lnTo>
                    <a:pt x="2781314" y="2049783"/>
                  </a:lnTo>
                  <a:lnTo>
                    <a:pt x="2758817" y="2088406"/>
                  </a:lnTo>
                  <a:lnTo>
                    <a:pt x="2735081" y="2126274"/>
                  </a:lnTo>
                  <a:lnTo>
                    <a:pt x="2710133" y="2163361"/>
                  </a:lnTo>
                  <a:lnTo>
                    <a:pt x="2683999" y="2199643"/>
                  </a:lnTo>
                  <a:lnTo>
                    <a:pt x="2656703" y="2235096"/>
                  </a:lnTo>
                  <a:lnTo>
                    <a:pt x="2628273" y="2269695"/>
                  </a:lnTo>
                  <a:lnTo>
                    <a:pt x="2598733" y="2303416"/>
                  </a:lnTo>
                  <a:lnTo>
                    <a:pt x="2568110" y="2336235"/>
                  </a:lnTo>
                  <a:lnTo>
                    <a:pt x="2536430" y="2368127"/>
                  </a:lnTo>
                  <a:lnTo>
                    <a:pt x="2503718" y="2399068"/>
                  </a:lnTo>
                  <a:lnTo>
                    <a:pt x="2470000" y="2429033"/>
                  </a:lnTo>
                  <a:lnTo>
                    <a:pt x="2435302" y="2457997"/>
                  </a:lnTo>
                  <a:lnTo>
                    <a:pt x="2399650" y="2485937"/>
                  </a:lnTo>
                  <a:lnTo>
                    <a:pt x="2363069" y="2512828"/>
                  </a:lnTo>
                  <a:lnTo>
                    <a:pt x="2325586" y="2538645"/>
                  </a:lnTo>
                  <a:lnTo>
                    <a:pt x="2287227" y="2563364"/>
                  </a:lnTo>
                  <a:lnTo>
                    <a:pt x="2248017" y="2586961"/>
                  </a:lnTo>
                  <a:lnTo>
                    <a:pt x="2207981" y="2609411"/>
                  </a:lnTo>
                  <a:lnTo>
                    <a:pt x="2167147" y="2630690"/>
                  </a:lnTo>
                  <a:lnTo>
                    <a:pt x="2125539" y="2650773"/>
                  </a:lnTo>
                  <a:lnTo>
                    <a:pt x="2083183" y="2669636"/>
                  </a:lnTo>
                  <a:lnTo>
                    <a:pt x="2040107" y="2687254"/>
                  </a:lnTo>
                  <a:lnTo>
                    <a:pt x="1996334" y="2703603"/>
                  </a:lnTo>
                  <a:lnTo>
                    <a:pt x="1951891" y="2718659"/>
                  </a:lnTo>
                  <a:lnTo>
                    <a:pt x="1906804" y="2732397"/>
                  </a:lnTo>
                  <a:lnTo>
                    <a:pt x="1861099" y="2744792"/>
                  </a:lnTo>
                  <a:lnTo>
                    <a:pt x="1814802" y="2755821"/>
                  </a:lnTo>
                  <a:lnTo>
                    <a:pt x="1767937" y="2765458"/>
                  </a:lnTo>
                  <a:lnTo>
                    <a:pt x="1720532" y="2773680"/>
                  </a:lnTo>
                  <a:lnTo>
                    <a:pt x="1672612" y="2780462"/>
                  </a:lnTo>
                  <a:lnTo>
                    <a:pt x="1624203" y="2785779"/>
                  </a:lnTo>
                  <a:lnTo>
                    <a:pt x="1575331" y="2789608"/>
                  </a:lnTo>
                  <a:lnTo>
                    <a:pt x="1526021" y="2791922"/>
                  </a:lnTo>
                  <a:lnTo>
                    <a:pt x="1476299" y="279269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5914" y="2707663"/>
              <a:ext cx="1889624" cy="12954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10"/>
          <p:cNvSpPr/>
          <p:nvPr/>
        </p:nvSpPr>
        <p:spPr>
          <a:xfrm>
            <a:off x="5714221" y="1333470"/>
            <a:ext cx="2007870" cy="1899056"/>
          </a:xfrm>
          <a:custGeom>
            <a:rect b="b" l="l" r="r" t="t"/>
            <a:pathLst>
              <a:path extrusionOk="0" h="2792729" w="2952750">
                <a:moveTo>
                  <a:pt x="1476299" y="2792699"/>
                </a:moveTo>
                <a:lnTo>
                  <a:pt x="1426578" y="2791922"/>
                </a:lnTo>
                <a:lnTo>
                  <a:pt x="1377268" y="2789608"/>
                </a:lnTo>
                <a:lnTo>
                  <a:pt x="1328396" y="2785779"/>
                </a:lnTo>
                <a:lnTo>
                  <a:pt x="1279987" y="2780462"/>
                </a:lnTo>
                <a:lnTo>
                  <a:pt x="1232067" y="2773680"/>
                </a:lnTo>
                <a:lnTo>
                  <a:pt x="1184662" y="2765458"/>
                </a:lnTo>
                <a:lnTo>
                  <a:pt x="1137797" y="2755821"/>
                </a:lnTo>
                <a:lnTo>
                  <a:pt x="1091500" y="2744792"/>
                </a:lnTo>
                <a:lnTo>
                  <a:pt x="1045795" y="2732397"/>
                </a:lnTo>
                <a:lnTo>
                  <a:pt x="1000708" y="2718659"/>
                </a:lnTo>
                <a:lnTo>
                  <a:pt x="956265" y="2703603"/>
                </a:lnTo>
                <a:lnTo>
                  <a:pt x="912492" y="2687254"/>
                </a:lnTo>
                <a:lnTo>
                  <a:pt x="869415" y="2669636"/>
                </a:lnTo>
                <a:lnTo>
                  <a:pt x="827060" y="2650773"/>
                </a:lnTo>
                <a:lnTo>
                  <a:pt x="785452" y="2630690"/>
                </a:lnTo>
                <a:lnTo>
                  <a:pt x="744618" y="2609411"/>
                </a:lnTo>
                <a:lnTo>
                  <a:pt x="704582" y="2586961"/>
                </a:lnTo>
                <a:lnTo>
                  <a:pt x="665372" y="2563364"/>
                </a:lnTo>
                <a:lnTo>
                  <a:pt x="627012" y="2538645"/>
                </a:lnTo>
                <a:lnTo>
                  <a:pt x="589529" y="2512828"/>
                </a:lnTo>
                <a:lnTo>
                  <a:pt x="552949" y="2485937"/>
                </a:lnTo>
                <a:lnTo>
                  <a:pt x="517297" y="2457997"/>
                </a:lnTo>
                <a:lnTo>
                  <a:pt x="482599" y="2429033"/>
                </a:lnTo>
                <a:lnTo>
                  <a:pt x="448881" y="2399068"/>
                </a:lnTo>
                <a:lnTo>
                  <a:pt x="416169" y="2368127"/>
                </a:lnTo>
                <a:lnTo>
                  <a:pt x="384488" y="2336235"/>
                </a:lnTo>
                <a:lnTo>
                  <a:pt x="353866" y="2303416"/>
                </a:lnTo>
                <a:lnTo>
                  <a:pt x="324326" y="2269695"/>
                </a:lnTo>
                <a:lnTo>
                  <a:pt x="295896" y="2235096"/>
                </a:lnTo>
                <a:lnTo>
                  <a:pt x="268600" y="2199643"/>
                </a:lnTo>
                <a:lnTo>
                  <a:pt x="242465" y="2163361"/>
                </a:lnTo>
                <a:lnTo>
                  <a:pt x="217518" y="2126274"/>
                </a:lnTo>
                <a:lnTo>
                  <a:pt x="193782" y="2088406"/>
                </a:lnTo>
                <a:lnTo>
                  <a:pt x="171285" y="2049783"/>
                </a:lnTo>
                <a:lnTo>
                  <a:pt x="150052" y="2010429"/>
                </a:lnTo>
                <a:lnTo>
                  <a:pt x="130109" y="1970367"/>
                </a:lnTo>
                <a:lnTo>
                  <a:pt x="111482" y="1929623"/>
                </a:lnTo>
                <a:lnTo>
                  <a:pt x="94197" y="1888221"/>
                </a:lnTo>
                <a:lnTo>
                  <a:pt x="78279" y="1846185"/>
                </a:lnTo>
                <a:lnTo>
                  <a:pt x="63755" y="1803540"/>
                </a:lnTo>
                <a:lnTo>
                  <a:pt x="50650" y="1760310"/>
                </a:lnTo>
                <a:lnTo>
                  <a:pt x="38990" y="1716520"/>
                </a:lnTo>
                <a:lnTo>
                  <a:pt x="28800" y="1672193"/>
                </a:lnTo>
                <a:lnTo>
                  <a:pt x="20108" y="1627356"/>
                </a:lnTo>
                <a:lnTo>
                  <a:pt x="12938" y="1582031"/>
                </a:lnTo>
                <a:lnTo>
                  <a:pt x="7316" y="1536243"/>
                </a:lnTo>
                <a:lnTo>
                  <a:pt x="3268" y="1490018"/>
                </a:lnTo>
                <a:lnTo>
                  <a:pt x="821" y="1443378"/>
                </a:lnTo>
                <a:lnTo>
                  <a:pt x="0" y="1396349"/>
                </a:lnTo>
                <a:lnTo>
                  <a:pt x="821" y="1349321"/>
                </a:lnTo>
                <a:lnTo>
                  <a:pt x="3268" y="1302681"/>
                </a:lnTo>
                <a:lnTo>
                  <a:pt x="7316" y="1256456"/>
                </a:lnTo>
                <a:lnTo>
                  <a:pt x="12938" y="1210668"/>
                </a:lnTo>
                <a:lnTo>
                  <a:pt x="20108" y="1165343"/>
                </a:lnTo>
                <a:lnTo>
                  <a:pt x="28800" y="1120506"/>
                </a:lnTo>
                <a:lnTo>
                  <a:pt x="38990" y="1076179"/>
                </a:lnTo>
                <a:lnTo>
                  <a:pt x="50650" y="1032389"/>
                </a:lnTo>
                <a:lnTo>
                  <a:pt x="63755" y="989159"/>
                </a:lnTo>
                <a:lnTo>
                  <a:pt x="78279" y="946514"/>
                </a:lnTo>
                <a:lnTo>
                  <a:pt x="94197" y="904478"/>
                </a:lnTo>
                <a:lnTo>
                  <a:pt x="111482" y="863076"/>
                </a:lnTo>
                <a:lnTo>
                  <a:pt x="130109" y="822332"/>
                </a:lnTo>
                <a:lnTo>
                  <a:pt x="150052" y="782270"/>
                </a:lnTo>
                <a:lnTo>
                  <a:pt x="171285" y="742916"/>
                </a:lnTo>
                <a:lnTo>
                  <a:pt x="193782" y="704293"/>
                </a:lnTo>
                <a:lnTo>
                  <a:pt x="217518" y="666425"/>
                </a:lnTo>
                <a:lnTo>
                  <a:pt x="242465" y="629338"/>
                </a:lnTo>
                <a:lnTo>
                  <a:pt x="268600" y="593056"/>
                </a:lnTo>
                <a:lnTo>
                  <a:pt x="295896" y="557603"/>
                </a:lnTo>
                <a:lnTo>
                  <a:pt x="324326" y="523004"/>
                </a:lnTo>
                <a:lnTo>
                  <a:pt x="353866" y="489282"/>
                </a:lnTo>
                <a:lnTo>
                  <a:pt x="384488" y="456464"/>
                </a:lnTo>
                <a:lnTo>
                  <a:pt x="416169" y="424572"/>
                </a:lnTo>
                <a:lnTo>
                  <a:pt x="448881" y="393631"/>
                </a:lnTo>
                <a:lnTo>
                  <a:pt x="482599" y="363666"/>
                </a:lnTo>
                <a:lnTo>
                  <a:pt x="517297" y="334702"/>
                </a:lnTo>
                <a:lnTo>
                  <a:pt x="552949" y="306762"/>
                </a:lnTo>
                <a:lnTo>
                  <a:pt x="589529" y="279871"/>
                </a:lnTo>
                <a:lnTo>
                  <a:pt x="627012" y="254054"/>
                </a:lnTo>
                <a:lnTo>
                  <a:pt x="665372" y="229335"/>
                </a:lnTo>
                <a:lnTo>
                  <a:pt x="704582" y="205738"/>
                </a:lnTo>
                <a:lnTo>
                  <a:pt x="744618" y="183288"/>
                </a:lnTo>
                <a:lnTo>
                  <a:pt x="785452" y="162009"/>
                </a:lnTo>
                <a:lnTo>
                  <a:pt x="827060" y="141926"/>
                </a:lnTo>
                <a:lnTo>
                  <a:pt x="869415" y="123063"/>
                </a:lnTo>
                <a:lnTo>
                  <a:pt x="912492" y="105445"/>
                </a:lnTo>
                <a:lnTo>
                  <a:pt x="956265" y="89096"/>
                </a:lnTo>
                <a:lnTo>
                  <a:pt x="1000708" y="74040"/>
                </a:lnTo>
                <a:lnTo>
                  <a:pt x="1045795" y="60302"/>
                </a:lnTo>
                <a:lnTo>
                  <a:pt x="1091500" y="47907"/>
                </a:lnTo>
                <a:lnTo>
                  <a:pt x="1137797" y="36878"/>
                </a:lnTo>
                <a:lnTo>
                  <a:pt x="1184662" y="27241"/>
                </a:lnTo>
                <a:lnTo>
                  <a:pt x="1232067" y="19019"/>
                </a:lnTo>
                <a:lnTo>
                  <a:pt x="1279987" y="12237"/>
                </a:lnTo>
                <a:lnTo>
                  <a:pt x="1328396" y="6920"/>
                </a:lnTo>
                <a:lnTo>
                  <a:pt x="1377268" y="3091"/>
                </a:lnTo>
                <a:lnTo>
                  <a:pt x="1426578" y="777"/>
                </a:lnTo>
                <a:lnTo>
                  <a:pt x="1476299" y="0"/>
                </a:lnTo>
                <a:lnTo>
                  <a:pt x="1523927" y="777"/>
                </a:lnTo>
                <a:lnTo>
                  <a:pt x="1526157" y="777"/>
                </a:lnTo>
                <a:lnTo>
                  <a:pt x="1578022" y="3315"/>
                </a:lnTo>
                <a:lnTo>
                  <a:pt x="1628509" y="7436"/>
                </a:lnTo>
                <a:lnTo>
                  <a:pt x="1678691" y="13178"/>
                </a:lnTo>
                <a:lnTo>
                  <a:pt x="1728529" y="20525"/>
                </a:lnTo>
                <a:lnTo>
                  <a:pt x="1777981" y="29460"/>
                </a:lnTo>
                <a:lnTo>
                  <a:pt x="1827007" y="39968"/>
                </a:lnTo>
                <a:lnTo>
                  <a:pt x="1875565" y="52033"/>
                </a:lnTo>
                <a:lnTo>
                  <a:pt x="1923616" y="65639"/>
                </a:lnTo>
                <a:lnTo>
                  <a:pt x="1971119" y="80770"/>
                </a:lnTo>
                <a:lnTo>
                  <a:pt x="2018032" y="97409"/>
                </a:lnTo>
                <a:lnTo>
                  <a:pt x="2064315" y="115542"/>
                </a:lnTo>
                <a:lnTo>
                  <a:pt x="2109928" y="135152"/>
                </a:lnTo>
                <a:lnTo>
                  <a:pt x="2154829" y="156224"/>
                </a:lnTo>
                <a:lnTo>
                  <a:pt x="2198978" y="178740"/>
                </a:lnTo>
                <a:lnTo>
                  <a:pt x="2242333" y="202685"/>
                </a:lnTo>
                <a:lnTo>
                  <a:pt x="2284856" y="228044"/>
                </a:lnTo>
                <a:lnTo>
                  <a:pt x="2326504" y="254800"/>
                </a:lnTo>
                <a:lnTo>
                  <a:pt x="2367236" y="282937"/>
                </a:lnTo>
                <a:lnTo>
                  <a:pt x="2407013" y="312440"/>
                </a:lnTo>
                <a:lnTo>
                  <a:pt x="2445793" y="343292"/>
                </a:lnTo>
                <a:lnTo>
                  <a:pt x="2483536" y="375478"/>
                </a:lnTo>
                <a:lnTo>
                  <a:pt x="2520201" y="408981"/>
                </a:lnTo>
                <a:lnTo>
                  <a:pt x="2557199" y="445261"/>
                </a:lnTo>
                <a:lnTo>
                  <a:pt x="2592675" y="482654"/>
                </a:lnTo>
                <a:lnTo>
                  <a:pt x="2626607" y="521115"/>
                </a:lnTo>
                <a:lnTo>
                  <a:pt x="2658978" y="560601"/>
                </a:lnTo>
                <a:lnTo>
                  <a:pt x="2689768" y="601067"/>
                </a:lnTo>
                <a:lnTo>
                  <a:pt x="2718957" y="642469"/>
                </a:lnTo>
                <a:lnTo>
                  <a:pt x="2746527" y="684765"/>
                </a:lnTo>
                <a:lnTo>
                  <a:pt x="2772457" y="727908"/>
                </a:lnTo>
                <a:lnTo>
                  <a:pt x="2796730" y="771856"/>
                </a:lnTo>
                <a:lnTo>
                  <a:pt x="2819325" y="816565"/>
                </a:lnTo>
                <a:lnTo>
                  <a:pt x="2840223" y="861989"/>
                </a:lnTo>
                <a:lnTo>
                  <a:pt x="2859405" y="908086"/>
                </a:lnTo>
                <a:lnTo>
                  <a:pt x="2876852" y="954812"/>
                </a:lnTo>
                <a:lnTo>
                  <a:pt x="2892544" y="1002122"/>
                </a:lnTo>
                <a:lnTo>
                  <a:pt x="2906462" y="1049971"/>
                </a:lnTo>
                <a:lnTo>
                  <a:pt x="2918587" y="1098318"/>
                </a:lnTo>
                <a:lnTo>
                  <a:pt x="2928899" y="1147116"/>
                </a:lnTo>
                <a:lnTo>
                  <a:pt x="2937380" y="1196322"/>
                </a:lnTo>
                <a:lnTo>
                  <a:pt x="2944010" y="1245893"/>
                </a:lnTo>
                <a:lnTo>
                  <a:pt x="2948769" y="1295784"/>
                </a:lnTo>
                <a:lnTo>
                  <a:pt x="2951639" y="1345951"/>
                </a:lnTo>
                <a:lnTo>
                  <a:pt x="2952599" y="1396349"/>
                </a:lnTo>
                <a:lnTo>
                  <a:pt x="2951778" y="1443378"/>
                </a:lnTo>
                <a:lnTo>
                  <a:pt x="2949330" y="1490018"/>
                </a:lnTo>
                <a:lnTo>
                  <a:pt x="2945283" y="1536243"/>
                </a:lnTo>
                <a:lnTo>
                  <a:pt x="2939661" y="1582031"/>
                </a:lnTo>
                <a:lnTo>
                  <a:pt x="2932491" y="1627356"/>
                </a:lnTo>
                <a:lnTo>
                  <a:pt x="2923799" y="1672193"/>
                </a:lnTo>
                <a:lnTo>
                  <a:pt x="2913609" y="1716520"/>
                </a:lnTo>
                <a:lnTo>
                  <a:pt x="2901949" y="1760310"/>
                </a:lnTo>
                <a:lnTo>
                  <a:pt x="2888844" y="1803540"/>
                </a:lnTo>
                <a:lnTo>
                  <a:pt x="2874320" y="1846185"/>
                </a:lnTo>
                <a:lnTo>
                  <a:pt x="2858402" y="1888221"/>
                </a:lnTo>
                <a:lnTo>
                  <a:pt x="2841117" y="1929623"/>
                </a:lnTo>
                <a:lnTo>
                  <a:pt x="2822490" y="1970367"/>
                </a:lnTo>
                <a:lnTo>
                  <a:pt x="2802547" y="2010429"/>
                </a:lnTo>
                <a:lnTo>
                  <a:pt x="2781314" y="2049783"/>
                </a:lnTo>
                <a:lnTo>
                  <a:pt x="2758817" y="2088406"/>
                </a:lnTo>
                <a:lnTo>
                  <a:pt x="2735081" y="2126274"/>
                </a:lnTo>
                <a:lnTo>
                  <a:pt x="2710133" y="2163361"/>
                </a:lnTo>
                <a:lnTo>
                  <a:pt x="2683999" y="2199643"/>
                </a:lnTo>
                <a:lnTo>
                  <a:pt x="2656703" y="2235096"/>
                </a:lnTo>
                <a:lnTo>
                  <a:pt x="2628273" y="2269695"/>
                </a:lnTo>
                <a:lnTo>
                  <a:pt x="2598733" y="2303416"/>
                </a:lnTo>
                <a:lnTo>
                  <a:pt x="2568110" y="2336235"/>
                </a:lnTo>
                <a:lnTo>
                  <a:pt x="2536430" y="2368127"/>
                </a:lnTo>
                <a:lnTo>
                  <a:pt x="2503718" y="2399068"/>
                </a:lnTo>
                <a:lnTo>
                  <a:pt x="2470000" y="2429033"/>
                </a:lnTo>
                <a:lnTo>
                  <a:pt x="2435302" y="2457997"/>
                </a:lnTo>
                <a:lnTo>
                  <a:pt x="2399650" y="2485937"/>
                </a:lnTo>
                <a:lnTo>
                  <a:pt x="2363070" y="2512828"/>
                </a:lnTo>
                <a:lnTo>
                  <a:pt x="2325587" y="2538645"/>
                </a:lnTo>
                <a:lnTo>
                  <a:pt x="2287227" y="2563364"/>
                </a:lnTo>
                <a:lnTo>
                  <a:pt x="2248017" y="2586961"/>
                </a:lnTo>
                <a:lnTo>
                  <a:pt x="2207981" y="2609411"/>
                </a:lnTo>
                <a:lnTo>
                  <a:pt x="2167147" y="2630690"/>
                </a:lnTo>
                <a:lnTo>
                  <a:pt x="2125539" y="2650773"/>
                </a:lnTo>
                <a:lnTo>
                  <a:pt x="2083184" y="2669636"/>
                </a:lnTo>
                <a:lnTo>
                  <a:pt x="2040107" y="2687254"/>
                </a:lnTo>
                <a:lnTo>
                  <a:pt x="1996334" y="2703603"/>
                </a:lnTo>
                <a:lnTo>
                  <a:pt x="1951891" y="2718659"/>
                </a:lnTo>
                <a:lnTo>
                  <a:pt x="1906804" y="2732397"/>
                </a:lnTo>
                <a:lnTo>
                  <a:pt x="1861099" y="2744792"/>
                </a:lnTo>
                <a:lnTo>
                  <a:pt x="1814802" y="2755821"/>
                </a:lnTo>
                <a:lnTo>
                  <a:pt x="1767937" y="2765458"/>
                </a:lnTo>
                <a:lnTo>
                  <a:pt x="1720532" y="2773680"/>
                </a:lnTo>
                <a:lnTo>
                  <a:pt x="1672612" y="2780462"/>
                </a:lnTo>
                <a:lnTo>
                  <a:pt x="1624203" y="2785779"/>
                </a:lnTo>
                <a:lnTo>
                  <a:pt x="1575331" y="2789608"/>
                </a:lnTo>
                <a:lnTo>
                  <a:pt x="1526021" y="2791922"/>
                </a:lnTo>
                <a:lnTo>
                  <a:pt x="1476299" y="27926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1642116" y="3368868"/>
            <a:ext cx="13827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101441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Accions humanes</a:t>
            </a:r>
            <a:endParaRPr b="0" i="0" sz="20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3849274" y="3368875"/>
            <a:ext cx="1644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5715" lvl="0" marL="14764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Condicions ambientals</a:t>
            </a:r>
            <a:endParaRPr b="0" i="0" sz="20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6078849" y="3375195"/>
            <a:ext cx="14124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ca" sz="20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Desastres </a:t>
            </a:r>
            <a:endParaRPr b="0" i="0" sz="2050" u="none" cap="none" strike="noStrike">
              <a:solidFill>
                <a:srgbClr val="1746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ca" sz="2050">
                <a:solidFill>
                  <a:srgbClr val="17466B"/>
                </a:solidFill>
              </a:rPr>
              <a:t>  naturals</a:t>
            </a:r>
            <a:endParaRPr sz="2050">
              <a:solidFill>
                <a:srgbClr val="17466B"/>
              </a:solidFill>
            </a:endParaRPr>
          </a:p>
        </p:txBody>
      </p:sp>
      <p:pic>
        <p:nvPicPr>
          <p:cNvPr id="154" name="Google Shape;15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212" y="1898003"/>
            <a:ext cx="1643857" cy="7718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0" name="Google Shape;160;p11"/>
          <p:cNvSpPr txBox="1"/>
          <p:nvPr>
            <p:ph type="title"/>
          </p:nvPr>
        </p:nvSpPr>
        <p:spPr>
          <a:xfrm>
            <a:off x="1886819" y="1355078"/>
            <a:ext cx="16566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Accions humanes</a:t>
            </a:r>
            <a:endParaRPr sz="2700"/>
          </a:p>
        </p:txBody>
      </p:sp>
      <p:pic>
        <p:nvPicPr>
          <p:cNvPr id="161" name="Google Shape;1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852" y="906732"/>
            <a:ext cx="2008968" cy="2008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/>
          <p:nvPr/>
        </p:nvSpPr>
        <p:spPr>
          <a:xfrm>
            <a:off x="4346575" y="1654550"/>
            <a:ext cx="2287495" cy="2661412"/>
          </a:xfrm>
          <a:custGeom>
            <a:rect b="b" l="l" r="r" t="t"/>
            <a:pathLst>
              <a:path extrusionOk="0" h="3326765" w="2401570">
                <a:moveTo>
                  <a:pt x="1298474" y="3326274"/>
                </a:moveTo>
                <a:lnTo>
                  <a:pt x="195649" y="3166174"/>
                </a:lnTo>
                <a:lnTo>
                  <a:pt x="0" y="2098924"/>
                </a:lnTo>
                <a:lnTo>
                  <a:pt x="0" y="1156199"/>
                </a:lnTo>
                <a:lnTo>
                  <a:pt x="551399" y="302399"/>
                </a:lnTo>
                <a:lnTo>
                  <a:pt x="1013874" y="0"/>
                </a:lnTo>
                <a:lnTo>
                  <a:pt x="1974399" y="622574"/>
                </a:lnTo>
                <a:lnTo>
                  <a:pt x="2330149" y="1903274"/>
                </a:lnTo>
                <a:lnTo>
                  <a:pt x="2401299" y="2810424"/>
                </a:lnTo>
                <a:lnTo>
                  <a:pt x="1298474" y="3326274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68" name="Google Shape;168;p12"/>
          <p:cNvSpPr txBox="1"/>
          <p:nvPr>
            <p:ph type="title"/>
          </p:nvPr>
        </p:nvSpPr>
        <p:spPr>
          <a:xfrm>
            <a:off x="377199" y="280025"/>
            <a:ext cx="58329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ca" sz="2200">
                <a:solidFill>
                  <a:srgbClr val="17466B"/>
                </a:solidFill>
              </a:rPr>
              <a:t>Molts incidents de seguretat són conseqüència d'errors humans …</a:t>
            </a:r>
            <a:endParaRPr sz="2350"/>
          </a:p>
        </p:txBody>
      </p:sp>
      <p:sp>
        <p:nvSpPr>
          <p:cNvPr id="169" name="Google Shape;169;p12"/>
          <p:cNvSpPr txBox="1"/>
          <p:nvPr/>
        </p:nvSpPr>
        <p:spPr>
          <a:xfrm>
            <a:off x="1435950" y="1552388"/>
            <a:ext cx="25167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Autofit/>
          </a:bodyPr>
          <a:lstStyle/>
          <a:p>
            <a:pPr indent="-237173" lvl="0" marL="246221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ca" u="none" cap="none" strike="noStrike">
                <a:solidFill>
                  <a:srgbClr val="17466B"/>
                </a:solidFill>
              </a:rPr>
              <a:t>   MALA INSTAL·LACIÓ I CONFIGURACIÓ DELS SISTEMES</a:t>
            </a:r>
            <a:endParaRPr b="1" i="0" u="none" cap="none" strike="noStrike">
              <a:solidFill>
                <a:srgbClr val="000000"/>
              </a:solidFill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1483482" y="3177629"/>
            <a:ext cx="1920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1905" lvl="0" marL="9525" marR="381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ca" sz="2000" u="none" cap="small" strike="noStrike">
                <a:solidFill>
                  <a:srgbClr val="17466B"/>
                </a:solidFill>
              </a:rPr>
              <a:t>no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seguir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procediments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de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seguretat</a:t>
            </a:r>
            <a:endParaRPr b="1"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6941478" y="3864013"/>
            <a:ext cx="1010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ca" sz="2000" u="none" cap="small" strike="noStrike">
                <a:solidFill>
                  <a:srgbClr val="17466B"/>
                </a:solidFill>
              </a:rPr>
              <a:t>oblits</a:t>
            </a:r>
            <a:endParaRPr b="1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6544445" y="1552388"/>
            <a:ext cx="25167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220980" lvl="0" marL="230029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ca" sz="2000" u="none" cap="small" strike="noStrike">
                <a:solidFill>
                  <a:srgbClr val="17466B"/>
                </a:solidFill>
              </a:rPr>
              <a:t>  usuaris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amb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poca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 </a:t>
            </a:r>
            <a:r>
              <a:rPr b="1" i="0" lang="ca" sz="2000" u="none" cap="small" strike="noStrike">
                <a:solidFill>
                  <a:srgbClr val="17466B"/>
                </a:solidFill>
              </a:rPr>
              <a:t>informaci</a:t>
            </a:r>
            <a:r>
              <a:rPr b="1" i="0" lang="ca" sz="2000" u="none" cap="none" strike="noStrike">
                <a:solidFill>
                  <a:srgbClr val="17466B"/>
                </a:solidFill>
              </a:rPr>
              <a:t>ó</a:t>
            </a:r>
            <a:endParaRPr b="1"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6318950" y="3420142"/>
            <a:ext cx="900525" cy="444397"/>
          </a:xfrm>
          <a:custGeom>
            <a:rect b="b" l="l" r="r" t="t"/>
            <a:pathLst>
              <a:path extrusionOk="0" h="462914" w="637540">
                <a:moveTo>
                  <a:pt x="637109" y="462474"/>
                </a:moveTo>
                <a:lnTo>
                  <a:pt x="620743" y="417038"/>
                </a:lnTo>
                <a:lnTo>
                  <a:pt x="598632" y="373866"/>
                </a:lnTo>
                <a:lnTo>
                  <a:pt x="571370" y="333060"/>
                </a:lnTo>
                <a:lnTo>
                  <a:pt x="539552" y="294719"/>
                </a:lnTo>
                <a:lnTo>
                  <a:pt x="503774" y="258947"/>
                </a:lnTo>
                <a:lnTo>
                  <a:pt x="464631" y="225843"/>
                </a:lnTo>
                <a:lnTo>
                  <a:pt x="422718" y="195509"/>
                </a:lnTo>
                <a:lnTo>
                  <a:pt x="378630" y="168045"/>
                </a:lnTo>
                <a:lnTo>
                  <a:pt x="332962" y="143554"/>
                </a:lnTo>
                <a:lnTo>
                  <a:pt x="286310" y="122136"/>
                </a:lnTo>
                <a:lnTo>
                  <a:pt x="239269" y="103893"/>
                </a:lnTo>
                <a:lnTo>
                  <a:pt x="192434" y="88924"/>
                </a:lnTo>
                <a:lnTo>
                  <a:pt x="151934" y="75069"/>
                </a:lnTo>
                <a:lnTo>
                  <a:pt x="105071" y="58434"/>
                </a:lnTo>
                <a:lnTo>
                  <a:pt x="60670" y="46950"/>
                </a:lnTo>
                <a:lnTo>
                  <a:pt x="27558" y="48545"/>
                </a:lnTo>
                <a:lnTo>
                  <a:pt x="14559" y="71149"/>
                </a:lnTo>
                <a:lnTo>
                  <a:pt x="19829" y="107337"/>
                </a:lnTo>
                <a:lnTo>
                  <a:pt x="33005" y="151578"/>
                </a:lnTo>
                <a:lnTo>
                  <a:pt x="50134" y="194981"/>
                </a:lnTo>
                <a:lnTo>
                  <a:pt x="67262" y="228651"/>
                </a:lnTo>
                <a:lnTo>
                  <a:pt x="80438" y="243697"/>
                </a:lnTo>
                <a:lnTo>
                  <a:pt x="85709" y="231224"/>
                </a:lnTo>
                <a:lnTo>
                  <a:pt x="76472" y="197860"/>
                </a:lnTo>
                <a:lnTo>
                  <a:pt x="54571" y="163077"/>
                </a:lnTo>
                <a:lnTo>
                  <a:pt x="28718" y="129055"/>
                </a:lnTo>
                <a:lnTo>
                  <a:pt x="7623" y="97974"/>
                </a:lnTo>
                <a:lnTo>
                  <a:pt x="14559" y="53349"/>
                </a:lnTo>
                <a:lnTo>
                  <a:pt x="61878" y="35789"/>
                </a:lnTo>
                <a:lnTo>
                  <a:pt x="111816" y="25885"/>
                </a:lnTo>
                <a:lnTo>
                  <a:pt x="162997" y="19426"/>
                </a:lnTo>
                <a:lnTo>
                  <a:pt x="214045" y="12201"/>
                </a:lnTo>
                <a:lnTo>
                  <a:pt x="263584" y="0"/>
                </a:lnTo>
              </a:path>
            </a:pathLst>
          </a:custGeom>
          <a:noFill/>
          <a:ln cap="flat" cmpd="sng" w="38100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2"/>
          <p:cNvGrpSpPr/>
          <p:nvPr/>
        </p:nvGrpSpPr>
        <p:grpSpPr>
          <a:xfrm>
            <a:off x="3609802" y="1776036"/>
            <a:ext cx="3977839" cy="2417379"/>
            <a:chOff x="3486349" y="3162211"/>
            <a:chExt cx="4233545" cy="2572775"/>
          </a:xfrm>
        </p:grpSpPr>
        <p:pic>
          <p:nvPicPr>
            <p:cNvPr id="175" name="Google Shape;17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42712" y="3572812"/>
              <a:ext cx="1447799" cy="2162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2"/>
            <p:cNvSpPr/>
            <p:nvPr/>
          </p:nvSpPr>
          <p:spPr>
            <a:xfrm>
              <a:off x="3486349" y="3162211"/>
              <a:ext cx="4233545" cy="2014220"/>
            </a:xfrm>
            <a:custGeom>
              <a:rect b="b" l="l" r="r" t="t"/>
              <a:pathLst>
                <a:path extrusionOk="0" h="2014220" w="4233545">
                  <a:moveTo>
                    <a:pt x="195649" y="21750"/>
                  </a:moveTo>
                  <a:lnTo>
                    <a:pt x="240972" y="9500"/>
                  </a:lnTo>
                  <a:lnTo>
                    <a:pt x="287375" y="2349"/>
                  </a:lnTo>
                  <a:lnTo>
                    <a:pt x="334604" y="0"/>
                  </a:lnTo>
                  <a:lnTo>
                    <a:pt x="382402" y="2153"/>
                  </a:lnTo>
                  <a:lnTo>
                    <a:pt x="430513" y="8511"/>
                  </a:lnTo>
                  <a:lnTo>
                    <a:pt x="478680" y="18776"/>
                  </a:lnTo>
                  <a:lnTo>
                    <a:pt x="526649" y="32651"/>
                  </a:lnTo>
                  <a:lnTo>
                    <a:pt x="574163" y="49836"/>
                  </a:lnTo>
                  <a:lnTo>
                    <a:pt x="620965" y="70036"/>
                  </a:lnTo>
                  <a:lnTo>
                    <a:pt x="666799" y="92950"/>
                  </a:lnTo>
                  <a:lnTo>
                    <a:pt x="711410" y="118282"/>
                  </a:lnTo>
                  <a:lnTo>
                    <a:pt x="754542" y="145733"/>
                  </a:lnTo>
                  <a:lnTo>
                    <a:pt x="795938" y="175006"/>
                  </a:lnTo>
                  <a:lnTo>
                    <a:pt x="835342" y="205803"/>
                  </a:lnTo>
                  <a:lnTo>
                    <a:pt x="872498" y="237825"/>
                  </a:lnTo>
                  <a:lnTo>
                    <a:pt x="907149" y="270775"/>
                  </a:lnTo>
                  <a:lnTo>
                    <a:pt x="941967" y="300790"/>
                  </a:lnTo>
                  <a:lnTo>
                    <a:pt x="980967" y="329620"/>
                  </a:lnTo>
                  <a:lnTo>
                    <a:pt x="1019460" y="358931"/>
                  </a:lnTo>
                  <a:lnTo>
                    <a:pt x="1052760" y="390394"/>
                  </a:lnTo>
                  <a:lnTo>
                    <a:pt x="1076177" y="425678"/>
                  </a:lnTo>
                  <a:lnTo>
                    <a:pt x="1085024" y="466450"/>
                  </a:lnTo>
                  <a:lnTo>
                    <a:pt x="1061032" y="464813"/>
                  </a:lnTo>
                  <a:lnTo>
                    <a:pt x="1004510" y="450383"/>
                  </a:lnTo>
                  <a:lnTo>
                    <a:pt x="938639" y="431434"/>
                  </a:lnTo>
                  <a:lnTo>
                    <a:pt x="886600" y="416240"/>
                  </a:lnTo>
                  <a:lnTo>
                    <a:pt x="871574" y="413075"/>
                  </a:lnTo>
                  <a:lnTo>
                    <a:pt x="914942" y="439088"/>
                  </a:lnTo>
                  <a:lnTo>
                    <a:pt x="959211" y="466942"/>
                  </a:lnTo>
                  <a:lnTo>
                    <a:pt x="1004131" y="485649"/>
                  </a:lnTo>
                  <a:lnTo>
                    <a:pt x="1049449" y="484225"/>
                  </a:lnTo>
                  <a:lnTo>
                    <a:pt x="1078728" y="461726"/>
                  </a:lnTo>
                  <a:lnTo>
                    <a:pt x="1090638" y="424598"/>
                  </a:lnTo>
                  <a:lnTo>
                    <a:pt x="1092092" y="378112"/>
                  </a:lnTo>
                  <a:lnTo>
                    <a:pt x="1090000" y="327537"/>
                  </a:lnTo>
                  <a:lnTo>
                    <a:pt x="1091273" y="278143"/>
                  </a:lnTo>
                  <a:lnTo>
                    <a:pt x="1102824" y="235200"/>
                  </a:lnTo>
                </a:path>
                <a:path extrusionOk="0" h="2014220" w="4233545">
                  <a:moveTo>
                    <a:pt x="0" y="2013938"/>
                  </a:moveTo>
                  <a:lnTo>
                    <a:pt x="8928" y="1968723"/>
                  </a:lnTo>
                  <a:lnTo>
                    <a:pt x="22516" y="1924126"/>
                  </a:lnTo>
                  <a:lnTo>
                    <a:pt x="40427" y="1880413"/>
                  </a:lnTo>
                  <a:lnTo>
                    <a:pt x="62327" y="1837849"/>
                  </a:lnTo>
                  <a:lnTo>
                    <a:pt x="87880" y="1796699"/>
                  </a:lnTo>
                  <a:lnTo>
                    <a:pt x="116751" y="1757227"/>
                  </a:lnTo>
                  <a:lnTo>
                    <a:pt x="148603" y="1719699"/>
                  </a:lnTo>
                  <a:lnTo>
                    <a:pt x="183103" y="1684380"/>
                  </a:lnTo>
                  <a:lnTo>
                    <a:pt x="219914" y="1651534"/>
                  </a:lnTo>
                  <a:lnTo>
                    <a:pt x="258701" y="1621428"/>
                  </a:lnTo>
                  <a:lnTo>
                    <a:pt x="299128" y="1594325"/>
                  </a:lnTo>
                  <a:lnTo>
                    <a:pt x="340861" y="1570491"/>
                  </a:lnTo>
                  <a:lnTo>
                    <a:pt x="383563" y="1550190"/>
                  </a:lnTo>
                  <a:lnTo>
                    <a:pt x="426899" y="1533688"/>
                  </a:lnTo>
                  <a:lnTo>
                    <a:pt x="479290" y="1515564"/>
                  </a:lnTo>
                  <a:lnTo>
                    <a:pt x="532213" y="1498304"/>
                  </a:lnTo>
                  <a:lnTo>
                    <a:pt x="585842" y="1485392"/>
                  </a:lnTo>
                  <a:lnTo>
                    <a:pt x="640349" y="1480313"/>
                  </a:lnTo>
                  <a:lnTo>
                    <a:pt x="675826" y="1481122"/>
                  </a:lnTo>
                  <a:lnTo>
                    <a:pt x="716800" y="1480989"/>
                  </a:lnTo>
                  <a:lnTo>
                    <a:pt x="746229" y="1476074"/>
                  </a:lnTo>
                  <a:lnTo>
                    <a:pt x="747074" y="1462538"/>
                  </a:lnTo>
                  <a:lnTo>
                    <a:pt x="708153" y="1429757"/>
                  </a:lnTo>
                  <a:lnTo>
                    <a:pt x="663963" y="1403028"/>
                  </a:lnTo>
                  <a:lnTo>
                    <a:pt x="615903" y="1382310"/>
                  </a:lnTo>
                  <a:lnTo>
                    <a:pt x="565369" y="1367562"/>
                  </a:lnTo>
                  <a:lnTo>
                    <a:pt x="513760" y="1358744"/>
                  </a:lnTo>
                  <a:lnTo>
                    <a:pt x="462474" y="1355813"/>
                  </a:lnTo>
                  <a:lnTo>
                    <a:pt x="457143" y="1357340"/>
                  </a:lnTo>
                  <a:lnTo>
                    <a:pt x="466136" y="1361366"/>
                  </a:lnTo>
                  <a:lnTo>
                    <a:pt x="482192" y="1367060"/>
                  </a:lnTo>
                  <a:lnTo>
                    <a:pt x="498049" y="1373588"/>
                  </a:lnTo>
                  <a:lnTo>
                    <a:pt x="537921" y="1388416"/>
                  </a:lnTo>
                  <a:lnTo>
                    <a:pt x="585689" y="1401259"/>
                  </a:lnTo>
                  <a:lnTo>
                    <a:pt x="633253" y="1414494"/>
                  </a:lnTo>
                  <a:lnTo>
                    <a:pt x="672510" y="1430497"/>
                  </a:lnTo>
                  <a:lnTo>
                    <a:pt x="695359" y="1451645"/>
                  </a:lnTo>
                  <a:lnTo>
                    <a:pt x="693699" y="1480313"/>
                  </a:lnTo>
                  <a:lnTo>
                    <a:pt x="670192" y="1520733"/>
                  </a:lnTo>
                  <a:lnTo>
                    <a:pt x="642873" y="1558897"/>
                  </a:lnTo>
                  <a:lnTo>
                    <a:pt x="613650" y="1595933"/>
                  </a:lnTo>
                  <a:lnTo>
                    <a:pt x="584430" y="1632970"/>
                  </a:lnTo>
                  <a:lnTo>
                    <a:pt x="557119" y="1671137"/>
                  </a:lnTo>
                  <a:lnTo>
                    <a:pt x="533624" y="1711563"/>
                  </a:lnTo>
                </a:path>
                <a:path extrusionOk="0" h="2014220" w="4233545">
                  <a:moveTo>
                    <a:pt x="4233401" y="786613"/>
                  </a:moveTo>
                  <a:lnTo>
                    <a:pt x="4223275" y="831439"/>
                  </a:lnTo>
                  <a:lnTo>
                    <a:pt x="4207941" y="876329"/>
                  </a:lnTo>
                  <a:lnTo>
                    <a:pt x="4187752" y="920263"/>
                  </a:lnTo>
                  <a:lnTo>
                    <a:pt x="4163059" y="962224"/>
                  </a:lnTo>
                  <a:lnTo>
                    <a:pt x="4134217" y="1001194"/>
                  </a:lnTo>
                  <a:lnTo>
                    <a:pt x="4101577" y="1036154"/>
                  </a:lnTo>
                  <a:lnTo>
                    <a:pt x="4065492" y="1066085"/>
                  </a:lnTo>
                  <a:lnTo>
                    <a:pt x="4026316" y="1089969"/>
                  </a:lnTo>
                  <a:lnTo>
                    <a:pt x="3984401" y="1106788"/>
                  </a:lnTo>
                  <a:lnTo>
                    <a:pt x="3936610" y="1118623"/>
                  </a:lnTo>
                  <a:lnTo>
                    <a:pt x="3888067" y="1126220"/>
                  </a:lnTo>
                  <a:lnTo>
                    <a:pt x="3838921" y="1130339"/>
                  </a:lnTo>
                  <a:lnTo>
                    <a:pt x="3789320" y="1131740"/>
                  </a:lnTo>
                  <a:lnTo>
                    <a:pt x="3739414" y="1131182"/>
                  </a:lnTo>
                  <a:lnTo>
                    <a:pt x="3689350" y="1129426"/>
                  </a:lnTo>
                  <a:lnTo>
                    <a:pt x="3639278" y="1127231"/>
                  </a:lnTo>
                  <a:lnTo>
                    <a:pt x="3589345" y="1125357"/>
                  </a:lnTo>
                  <a:lnTo>
                    <a:pt x="3539701" y="1124563"/>
                  </a:lnTo>
                  <a:lnTo>
                    <a:pt x="3498793" y="1125162"/>
                  </a:lnTo>
                  <a:lnTo>
                    <a:pt x="3457538" y="1124679"/>
                  </a:lnTo>
                  <a:lnTo>
                    <a:pt x="3417346" y="1119695"/>
                  </a:lnTo>
                  <a:lnTo>
                    <a:pt x="3379626" y="1106788"/>
                  </a:lnTo>
                  <a:lnTo>
                    <a:pt x="3359284" y="1095957"/>
                  </a:lnTo>
                  <a:lnTo>
                    <a:pt x="3335851" y="1084621"/>
                  </a:lnTo>
                  <a:lnTo>
                    <a:pt x="3316518" y="1079918"/>
                  </a:lnTo>
                  <a:lnTo>
                    <a:pt x="3308476" y="1088988"/>
                  </a:lnTo>
                  <a:lnTo>
                    <a:pt x="3312357" y="1097923"/>
                  </a:lnTo>
                  <a:lnTo>
                    <a:pt x="3321789" y="1099380"/>
                  </a:lnTo>
                  <a:lnTo>
                    <a:pt x="3333459" y="1100091"/>
                  </a:lnTo>
                  <a:lnTo>
                    <a:pt x="3344051" y="1106788"/>
                  </a:lnTo>
                  <a:lnTo>
                    <a:pt x="3363668" y="1142972"/>
                  </a:lnTo>
                  <a:lnTo>
                    <a:pt x="3382840" y="1190481"/>
                  </a:lnTo>
                  <a:lnTo>
                    <a:pt x="3399319" y="1234128"/>
                  </a:lnTo>
                  <a:lnTo>
                    <a:pt x="3410856" y="1258727"/>
                  </a:lnTo>
                  <a:lnTo>
                    <a:pt x="3415201" y="1249088"/>
                  </a:lnTo>
                  <a:lnTo>
                    <a:pt x="3404824" y="1210597"/>
                  </a:lnTo>
                  <a:lnTo>
                    <a:pt x="3379621" y="1174204"/>
                  </a:lnTo>
                  <a:lnTo>
                    <a:pt x="3348490" y="1139210"/>
                  </a:lnTo>
                  <a:lnTo>
                    <a:pt x="3320325" y="1104918"/>
                  </a:lnTo>
                  <a:lnTo>
                    <a:pt x="3304022" y="1070627"/>
                  </a:lnTo>
                  <a:lnTo>
                    <a:pt x="3308476" y="1035638"/>
                  </a:lnTo>
                  <a:lnTo>
                    <a:pt x="3333407" y="1004630"/>
                  </a:lnTo>
                  <a:lnTo>
                    <a:pt x="3370439" y="980337"/>
                  </a:lnTo>
                  <a:lnTo>
                    <a:pt x="3412794" y="966211"/>
                  </a:lnTo>
                  <a:lnTo>
                    <a:pt x="3453691" y="965703"/>
                  </a:lnTo>
                  <a:lnTo>
                    <a:pt x="3486351" y="982263"/>
                  </a:lnTo>
                </a:path>
              </a:pathLst>
            </a:custGeom>
            <a:noFill/>
            <a:ln cap="flat" cmpd="sng" w="38100">
              <a:solidFill>
                <a:srgbClr val="0A84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9"/>
                <a:buFont typeface="Arial"/>
                <a:buNone/>
              </a:pPr>
              <a:r>
                <a:t/>
              </a:r>
              <a:endParaRPr b="0" i="0" sz="14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2" name="Google Shape;182;p13"/>
          <p:cNvSpPr txBox="1"/>
          <p:nvPr>
            <p:ph type="title"/>
          </p:nvPr>
        </p:nvSpPr>
        <p:spPr>
          <a:xfrm>
            <a:off x="463274" y="504975"/>
            <a:ext cx="48138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Molts incidents de seguretat són accidents, no atacs intencionats.</a:t>
            </a:r>
            <a:endParaRPr sz="2250"/>
          </a:p>
        </p:txBody>
      </p:sp>
      <p:grpSp>
        <p:nvGrpSpPr>
          <p:cNvPr id="183" name="Google Shape;183;p13"/>
          <p:cNvGrpSpPr/>
          <p:nvPr/>
        </p:nvGrpSpPr>
        <p:grpSpPr>
          <a:xfrm>
            <a:off x="3262746" y="1507807"/>
            <a:ext cx="4426427" cy="3045668"/>
            <a:chOff x="4048924" y="3183978"/>
            <a:chExt cx="5094288" cy="3505200"/>
          </a:xfrm>
        </p:grpSpPr>
        <p:sp>
          <p:nvSpPr>
            <p:cNvPr id="184" name="Google Shape;184;p13"/>
            <p:cNvSpPr/>
            <p:nvPr/>
          </p:nvSpPr>
          <p:spPr>
            <a:xfrm>
              <a:off x="4162272" y="3183978"/>
              <a:ext cx="4980940" cy="3505200"/>
            </a:xfrm>
            <a:custGeom>
              <a:rect b="b" l="l" r="r" t="t"/>
              <a:pathLst>
                <a:path extrusionOk="0" h="3505200" w="4980940">
                  <a:moveTo>
                    <a:pt x="4980470" y="2152281"/>
                  </a:moveTo>
                  <a:lnTo>
                    <a:pt x="4873752" y="1298473"/>
                  </a:lnTo>
                  <a:lnTo>
                    <a:pt x="4162247" y="1173975"/>
                  </a:lnTo>
                  <a:lnTo>
                    <a:pt x="4073321" y="533628"/>
                  </a:lnTo>
                  <a:lnTo>
                    <a:pt x="4073321" y="160083"/>
                  </a:lnTo>
                  <a:lnTo>
                    <a:pt x="3521926" y="0"/>
                  </a:lnTo>
                  <a:lnTo>
                    <a:pt x="2614752" y="640346"/>
                  </a:lnTo>
                  <a:lnTo>
                    <a:pt x="1885467" y="996099"/>
                  </a:lnTo>
                  <a:lnTo>
                    <a:pt x="889368" y="1458582"/>
                  </a:lnTo>
                  <a:lnTo>
                    <a:pt x="818222" y="1832102"/>
                  </a:lnTo>
                  <a:lnTo>
                    <a:pt x="320167" y="2330158"/>
                  </a:lnTo>
                  <a:lnTo>
                    <a:pt x="0" y="2899346"/>
                  </a:lnTo>
                  <a:lnTo>
                    <a:pt x="159156" y="3049676"/>
                  </a:lnTo>
                  <a:lnTo>
                    <a:pt x="158813" y="3049943"/>
                  </a:lnTo>
                  <a:lnTo>
                    <a:pt x="126314" y="3086341"/>
                  </a:lnTo>
                  <a:lnTo>
                    <a:pt x="115239" y="3123755"/>
                  </a:lnTo>
                  <a:lnTo>
                    <a:pt x="116484" y="3136328"/>
                  </a:lnTo>
                  <a:lnTo>
                    <a:pt x="134810" y="3173425"/>
                  </a:lnTo>
                  <a:lnTo>
                    <a:pt x="174244" y="3209429"/>
                  </a:lnTo>
                  <a:lnTo>
                    <a:pt x="211734" y="3232747"/>
                  </a:lnTo>
                  <a:lnTo>
                    <a:pt x="257835" y="3255454"/>
                  </a:lnTo>
                  <a:lnTo>
                    <a:pt x="312254" y="3277501"/>
                  </a:lnTo>
                  <a:lnTo>
                    <a:pt x="374662" y="3298837"/>
                  </a:lnTo>
                  <a:lnTo>
                    <a:pt x="444754" y="3319424"/>
                  </a:lnTo>
                  <a:lnTo>
                    <a:pt x="482600" y="3329419"/>
                  </a:lnTo>
                  <a:lnTo>
                    <a:pt x="522249" y="3339198"/>
                  </a:lnTo>
                  <a:lnTo>
                    <a:pt x="563664" y="3348761"/>
                  </a:lnTo>
                  <a:lnTo>
                    <a:pt x="606806" y="3358108"/>
                  </a:lnTo>
                  <a:lnTo>
                    <a:pt x="651649" y="3367227"/>
                  </a:lnTo>
                  <a:lnTo>
                    <a:pt x="698157" y="3376117"/>
                  </a:lnTo>
                  <a:lnTo>
                    <a:pt x="746264" y="3384766"/>
                  </a:lnTo>
                  <a:lnTo>
                    <a:pt x="795959" y="3393160"/>
                  </a:lnTo>
                  <a:lnTo>
                    <a:pt x="899922" y="3409188"/>
                  </a:lnTo>
                  <a:lnTo>
                    <a:pt x="1009751" y="3424174"/>
                  </a:lnTo>
                  <a:lnTo>
                    <a:pt x="1125118" y="3438029"/>
                  </a:lnTo>
                  <a:lnTo>
                    <a:pt x="1245743" y="3450729"/>
                  </a:lnTo>
                  <a:lnTo>
                    <a:pt x="1435823" y="3467506"/>
                  </a:lnTo>
                  <a:lnTo>
                    <a:pt x="1635975" y="3481374"/>
                  </a:lnTo>
                  <a:lnTo>
                    <a:pt x="1845170" y="3492182"/>
                  </a:lnTo>
                  <a:lnTo>
                    <a:pt x="2062365" y="3499764"/>
                  </a:lnTo>
                  <a:lnTo>
                    <a:pt x="2286533" y="3503942"/>
                  </a:lnTo>
                  <a:lnTo>
                    <a:pt x="2439339" y="3504755"/>
                  </a:lnTo>
                  <a:lnTo>
                    <a:pt x="2592159" y="3503942"/>
                  </a:lnTo>
                  <a:lnTo>
                    <a:pt x="2816326" y="3499764"/>
                  </a:lnTo>
                  <a:lnTo>
                    <a:pt x="3033522" y="3492182"/>
                  </a:lnTo>
                  <a:lnTo>
                    <a:pt x="3242716" y="3481374"/>
                  </a:lnTo>
                  <a:lnTo>
                    <a:pt x="3442868" y="3467506"/>
                  </a:lnTo>
                  <a:lnTo>
                    <a:pt x="3632949" y="3450729"/>
                  </a:lnTo>
                  <a:lnTo>
                    <a:pt x="3753574" y="3438029"/>
                  </a:lnTo>
                  <a:lnTo>
                    <a:pt x="3868940" y="3424174"/>
                  </a:lnTo>
                  <a:lnTo>
                    <a:pt x="3978770" y="3409188"/>
                  </a:lnTo>
                  <a:lnTo>
                    <a:pt x="4082732" y="3393160"/>
                  </a:lnTo>
                  <a:lnTo>
                    <a:pt x="4132427" y="3384766"/>
                  </a:lnTo>
                  <a:lnTo>
                    <a:pt x="4180535" y="3376117"/>
                  </a:lnTo>
                  <a:lnTo>
                    <a:pt x="4227042" y="3367227"/>
                  </a:lnTo>
                  <a:lnTo>
                    <a:pt x="4271886" y="3358108"/>
                  </a:lnTo>
                  <a:lnTo>
                    <a:pt x="4315028" y="3348761"/>
                  </a:lnTo>
                  <a:lnTo>
                    <a:pt x="4356443" y="3339198"/>
                  </a:lnTo>
                  <a:lnTo>
                    <a:pt x="4396092" y="3329419"/>
                  </a:lnTo>
                  <a:lnTo>
                    <a:pt x="4433938" y="3319424"/>
                  </a:lnTo>
                  <a:lnTo>
                    <a:pt x="4504029" y="3298837"/>
                  </a:lnTo>
                  <a:lnTo>
                    <a:pt x="4566437" y="3277501"/>
                  </a:lnTo>
                  <a:lnTo>
                    <a:pt x="4620857" y="3255454"/>
                  </a:lnTo>
                  <a:lnTo>
                    <a:pt x="4666958" y="3232747"/>
                  </a:lnTo>
                  <a:lnTo>
                    <a:pt x="4704448" y="3209429"/>
                  </a:lnTo>
                  <a:lnTo>
                    <a:pt x="4743882" y="3173425"/>
                  </a:lnTo>
                  <a:lnTo>
                    <a:pt x="4762208" y="3136328"/>
                  </a:lnTo>
                  <a:lnTo>
                    <a:pt x="4763440" y="3123755"/>
                  </a:lnTo>
                  <a:lnTo>
                    <a:pt x="4762208" y="3111169"/>
                  </a:lnTo>
                  <a:lnTo>
                    <a:pt x="4743882" y="3074085"/>
                  </a:lnTo>
                  <a:lnTo>
                    <a:pt x="4704448" y="3038081"/>
                  </a:lnTo>
                  <a:lnTo>
                    <a:pt x="4666958" y="3014764"/>
                  </a:lnTo>
                  <a:lnTo>
                    <a:pt x="4620857" y="2992056"/>
                  </a:lnTo>
                  <a:lnTo>
                    <a:pt x="4612043" y="2988322"/>
                  </a:lnTo>
                  <a:lnTo>
                    <a:pt x="4980470" y="2152281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0"/>
                <a:buFont typeface="Arial"/>
                <a:buNone/>
              </a:pPr>
              <a:r>
                <a:t/>
              </a:r>
              <a:endParaRPr b="0" i="0" sz="13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" name="Google Shape;18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8924" y="3212100"/>
              <a:ext cx="4248149" cy="3324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5865" y="4741756"/>
              <a:ext cx="1475720" cy="18365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/>
          <p:nvPr/>
        </p:nvSpPr>
        <p:spPr>
          <a:xfrm>
            <a:off x="4582976" y="1573926"/>
            <a:ext cx="3553936" cy="2879968"/>
          </a:xfrm>
          <a:custGeom>
            <a:rect b="b" l="l" r="r" t="t"/>
            <a:pathLst>
              <a:path extrusionOk="0" h="3611245" w="4660900">
                <a:moveTo>
                  <a:pt x="2286902" y="3611033"/>
                </a:moveTo>
                <a:lnTo>
                  <a:pt x="762301" y="3085494"/>
                </a:lnTo>
                <a:lnTo>
                  <a:pt x="0" y="1729233"/>
                </a:lnTo>
                <a:lnTo>
                  <a:pt x="831601" y="559445"/>
                </a:lnTo>
                <a:lnTo>
                  <a:pt x="1940402" y="457726"/>
                </a:lnTo>
                <a:lnTo>
                  <a:pt x="2442816" y="0"/>
                </a:lnTo>
                <a:lnTo>
                  <a:pt x="3846131" y="712037"/>
                </a:lnTo>
                <a:lnTo>
                  <a:pt x="4660419" y="1271483"/>
                </a:lnTo>
                <a:lnTo>
                  <a:pt x="3776831" y="3305874"/>
                </a:lnTo>
                <a:lnTo>
                  <a:pt x="2286902" y="3611033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93" name="Google Shape;193;p14"/>
          <p:cNvSpPr txBox="1"/>
          <p:nvPr>
            <p:ph type="title"/>
          </p:nvPr>
        </p:nvSpPr>
        <p:spPr>
          <a:xfrm>
            <a:off x="506225" y="489450"/>
            <a:ext cx="56274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38100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ca" sz="2100">
                <a:solidFill>
                  <a:srgbClr val="17466B"/>
                </a:solidFill>
              </a:rPr>
              <a:t>La FORMACIÓ és essencial per prevenir molts errors humans.</a:t>
            </a:r>
            <a:endParaRPr b="1" sz="2100">
              <a:solidFill>
                <a:srgbClr val="17466B"/>
              </a:solidFill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1712175" y="1971800"/>
            <a:ext cx="3284587" cy="1253519"/>
          </a:xfrm>
          <a:custGeom>
            <a:rect b="b" l="l" r="r" t="t"/>
            <a:pathLst>
              <a:path extrusionOk="0" h="1654810" w="3522345">
                <a:moveTo>
                  <a:pt x="2463599" y="1654199"/>
                </a:moveTo>
                <a:lnTo>
                  <a:pt x="275699" y="1654199"/>
                </a:lnTo>
                <a:lnTo>
                  <a:pt x="226142" y="1649758"/>
                </a:lnTo>
                <a:lnTo>
                  <a:pt x="179499" y="1636951"/>
                </a:lnTo>
                <a:lnTo>
                  <a:pt x="136548" y="1616558"/>
                </a:lnTo>
                <a:lnTo>
                  <a:pt x="98070" y="1589358"/>
                </a:lnTo>
                <a:lnTo>
                  <a:pt x="64841" y="1556130"/>
                </a:lnTo>
                <a:lnTo>
                  <a:pt x="37641" y="1517651"/>
                </a:lnTo>
                <a:lnTo>
                  <a:pt x="17248" y="1474700"/>
                </a:lnTo>
                <a:lnTo>
                  <a:pt x="4441" y="1428057"/>
                </a:lnTo>
                <a:lnTo>
                  <a:pt x="0" y="1378499"/>
                </a:lnTo>
                <a:lnTo>
                  <a:pt x="0" y="275699"/>
                </a:lnTo>
                <a:lnTo>
                  <a:pt x="4441" y="226142"/>
                </a:lnTo>
                <a:lnTo>
                  <a:pt x="17248" y="179499"/>
                </a:lnTo>
                <a:lnTo>
                  <a:pt x="37641" y="136548"/>
                </a:lnTo>
                <a:lnTo>
                  <a:pt x="64841" y="98070"/>
                </a:lnTo>
                <a:lnTo>
                  <a:pt x="98070" y="64841"/>
                </a:lnTo>
                <a:lnTo>
                  <a:pt x="136548" y="37641"/>
                </a:lnTo>
                <a:lnTo>
                  <a:pt x="179499" y="17248"/>
                </a:lnTo>
                <a:lnTo>
                  <a:pt x="226142" y="4441"/>
                </a:lnTo>
                <a:lnTo>
                  <a:pt x="275699" y="0"/>
                </a:lnTo>
                <a:lnTo>
                  <a:pt x="2463599" y="0"/>
                </a:lnTo>
                <a:lnTo>
                  <a:pt x="2517637" y="5346"/>
                </a:lnTo>
                <a:lnTo>
                  <a:pt x="2569105" y="20986"/>
                </a:lnTo>
                <a:lnTo>
                  <a:pt x="2616558" y="46320"/>
                </a:lnTo>
                <a:lnTo>
                  <a:pt x="2658549" y="80750"/>
                </a:lnTo>
                <a:lnTo>
                  <a:pt x="2692979" y="122741"/>
                </a:lnTo>
                <a:lnTo>
                  <a:pt x="2718313" y="170194"/>
                </a:lnTo>
                <a:lnTo>
                  <a:pt x="2733953" y="221662"/>
                </a:lnTo>
                <a:lnTo>
                  <a:pt x="2739299" y="275699"/>
                </a:lnTo>
                <a:lnTo>
                  <a:pt x="3521917" y="586976"/>
                </a:lnTo>
                <a:lnTo>
                  <a:pt x="2739299" y="689249"/>
                </a:lnTo>
                <a:lnTo>
                  <a:pt x="2739299" y="1378499"/>
                </a:lnTo>
                <a:lnTo>
                  <a:pt x="2734858" y="1428057"/>
                </a:lnTo>
                <a:lnTo>
                  <a:pt x="2722051" y="1474700"/>
                </a:lnTo>
                <a:lnTo>
                  <a:pt x="2701658" y="1517651"/>
                </a:lnTo>
                <a:lnTo>
                  <a:pt x="2674458" y="1556130"/>
                </a:lnTo>
                <a:lnTo>
                  <a:pt x="2641230" y="1589358"/>
                </a:lnTo>
                <a:lnTo>
                  <a:pt x="2602751" y="1616558"/>
                </a:lnTo>
                <a:lnTo>
                  <a:pt x="2559800" y="1636951"/>
                </a:lnTo>
                <a:lnTo>
                  <a:pt x="2513157" y="1649758"/>
                </a:lnTo>
                <a:lnTo>
                  <a:pt x="2463599" y="16541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840475" y="2183838"/>
            <a:ext cx="2446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" sz="18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No beure cafè davant de l’ordinador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267224" y="3429000"/>
            <a:ext cx="3729027" cy="1253518"/>
          </a:xfrm>
          <a:custGeom>
            <a:rect b="b" l="l" r="r" t="t"/>
            <a:pathLst>
              <a:path extrusionOk="0" h="1654809" w="3405504">
                <a:moveTo>
                  <a:pt x="2463599" y="1654199"/>
                </a:moveTo>
                <a:lnTo>
                  <a:pt x="275699" y="1654199"/>
                </a:lnTo>
                <a:lnTo>
                  <a:pt x="226142" y="1649758"/>
                </a:lnTo>
                <a:lnTo>
                  <a:pt x="179499" y="1636951"/>
                </a:lnTo>
                <a:lnTo>
                  <a:pt x="136548" y="1616558"/>
                </a:lnTo>
                <a:lnTo>
                  <a:pt x="98070" y="1589358"/>
                </a:lnTo>
                <a:lnTo>
                  <a:pt x="64841" y="1556130"/>
                </a:lnTo>
                <a:lnTo>
                  <a:pt x="37641" y="1517651"/>
                </a:lnTo>
                <a:lnTo>
                  <a:pt x="17248" y="1474700"/>
                </a:lnTo>
                <a:lnTo>
                  <a:pt x="4441" y="1428057"/>
                </a:lnTo>
                <a:lnTo>
                  <a:pt x="0" y="1378499"/>
                </a:lnTo>
                <a:lnTo>
                  <a:pt x="0" y="275699"/>
                </a:lnTo>
                <a:lnTo>
                  <a:pt x="4441" y="226142"/>
                </a:lnTo>
                <a:lnTo>
                  <a:pt x="17248" y="179499"/>
                </a:lnTo>
                <a:lnTo>
                  <a:pt x="37641" y="136548"/>
                </a:lnTo>
                <a:lnTo>
                  <a:pt x="64841" y="98069"/>
                </a:lnTo>
                <a:lnTo>
                  <a:pt x="98070" y="64841"/>
                </a:lnTo>
                <a:lnTo>
                  <a:pt x="136548" y="37641"/>
                </a:lnTo>
                <a:lnTo>
                  <a:pt x="179499" y="17248"/>
                </a:lnTo>
                <a:lnTo>
                  <a:pt x="226142" y="4441"/>
                </a:lnTo>
                <a:lnTo>
                  <a:pt x="275699" y="0"/>
                </a:lnTo>
                <a:lnTo>
                  <a:pt x="2463599" y="0"/>
                </a:lnTo>
                <a:lnTo>
                  <a:pt x="2517637" y="5346"/>
                </a:lnTo>
                <a:lnTo>
                  <a:pt x="2569105" y="20986"/>
                </a:lnTo>
                <a:lnTo>
                  <a:pt x="2616558" y="46320"/>
                </a:lnTo>
                <a:lnTo>
                  <a:pt x="2658549" y="80750"/>
                </a:lnTo>
                <a:lnTo>
                  <a:pt x="2692979" y="122741"/>
                </a:lnTo>
                <a:lnTo>
                  <a:pt x="2718313" y="170194"/>
                </a:lnTo>
                <a:lnTo>
                  <a:pt x="2733953" y="221662"/>
                </a:lnTo>
                <a:lnTo>
                  <a:pt x="2739299" y="275699"/>
                </a:lnTo>
                <a:lnTo>
                  <a:pt x="3267288" y="275699"/>
                </a:lnTo>
                <a:lnTo>
                  <a:pt x="2739299" y="689249"/>
                </a:lnTo>
                <a:lnTo>
                  <a:pt x="2739299" y="1378499"/>
                </a:lnTo>
                <a:lnTo>
                  <a:pt x="2734858" y="1428057"/>
                </a:lnTo>
                <a:lnTo>
                  <a:pt x="2722051" y="1474700"/>
                </a:lnTo>
                <a:lnTo>
                  <a:pt x="2701658" y="1517651"/>
                </a:lnTo>
                <a:lnTo>
                  <a:pt x="2674458" y="1556130"/>
                </a:lnTo>
                <a:lnTo>
                  <a:pt x="2641230" y="1589358"/>
                </a:lnTo>
                <a:lnTo>
                  <a:pt x="2602751" y="1616558"/>
                </a:lnTo>
                <a:lnTo>
                  <a:pt x="2559800" y="1636951"/>
                </a:lnTo>
                <a:lnTo>
                  <a:pt x="2513157" y="1649758"/>
                </a:lnTo>
                <a:lnTo>
                  <a:pt x="2463599" y="1654199"/>
                </a:lnTo>
                <a:close/>
              </a:path>
              <a:path extrusionOk="0" h="1654809" w="3405504">
                <a:moveTo>
                  <a:pt x="3267288" y="275699"/>
                </a:moveTo>
                <a:lnTo>
                  <a:pt x="2739299" y="275699"/>
                </a:lnTo>
                <a:lnTo>
                  <a:pt x="3405086" y="167769"/>
                </a:lnTo>
                <a:lnTo>
                  <a:pt x="3267288" y="2756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397325" y="3708075"/>
            <a:ext cx="2807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" sz="1800">
                <a:solidFill>
                  <a:srgbClr val="17466B"/>
                </a:solidFill>
              </a:rPr>
              <a:t>No tapeu les reixetes de ventilació dels equips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745" y="2466372"/>
            <a:ext cx="1515657" cy="125322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3856526" y="826924"/>
            <a:ext cx="4251655" cy="4079291"/>
          </a:xfrm>
          <a:custGeom>
            <a:rect b="b" l="l" r="r" t="t"/>
            <a:pathLst>
              <a:path extrusionOk="0" h="5745480" w="5745480">
                <a:moveTo>
                  <a:pt x="2241224" y="5745374"/>
                </a:moveTo>
                <a:lnTo>
                  <a:pt x="1849899" y="5300674"/>
                </a:lnTo>
                <a:lnTo>
                  <a:pt x="996099" y="5514124"/>
                </a:lnTo>
                <a:lnTo>
                  <a:pt x="1173974" y="4767049"/>
                </a:lnTo>
                <a:lnTo>
                  <a:pt x="266799" y="4944924"/>
                </a:lnTo>
                <a:lnTo>
                  <a:pt x="729274" y="4019974"/>
                </a:lnTo>
                <a:lnTo>
                  <a:pt x="35574" y="3557499"/>
                </a:lnTo>
                <a:lnTo>
                  <a:pt x="640349" y="2739274"/>
                </a:lnTo>
                <a:lnTo>
                  <a:pt x="0" y="2187874"/>
                </a:lnTo>
                <a:lnTo>
                  <a:pt x="1209549" y="1832124"/>
                </a:lnTo>
                <a:lnTo>
                  <a:pt x="889374" y="1067249"/>
                </a:lnTo>
                <a:lnTo>
                  <a:pt x="1778749" y="1102824"/>
                </a:lnTo>
                <a:lnTo>
                  <a:pt x="1547499" y="444699"/>
                </a:lnTo>
                <a:lnTo>
                  <a:pt x="2579174" y="1049474"/>
                </a:lnTo>
                <a:lnTo>
                  <a:pt x="3023874" y="0"/>
                </a:lnTo>
                <a:lnTo>
                  <a:pt x="3504124" y="924949"/>
                </a:lnTo>
                <a:lnTo>
                  <a:pt x="4251199" y="177874"/>
                </a:lnTo>
                <a:lnTo>
                  <a:pt x="4286774" y="1316274"/>
                </a:lnTo>
                <a:lnTo>
                  <a:pt x="5336224" y="1120624"/>
                </a:lnTo>
                <a:lnTo>
                  <a:pt x="4820399" y="2170074"/>
                </a:lnTo>
                <a:lnTo>
                  <a:pt x="5620824" y="2383524"/>
                </a:lnTo>
                <a:lnTo>
                  <a:pt x="4927124" y="2952724"/>
                </a:lnTo>
                <a:lnTo>
                  <a:pt x="5745349" y="3628649"/>
                </a:lnTo>
                <a:lnTo>
                  <a:pt x="4891549" y="4019974"/>
                </a:lnTo>
                <a:lnTo>
                  <a:pt x="5425174" y="4731474"/>
                </a:lnTo>
                <a:lnTo>
                  <a:pt x="4304549" y="4784849"/>
                </a:lnTo>
                <a:lnTo>
                  <a:pt x="4660299" y="5442974"/>
                </a:lnTo>
                <a:lnTo>
                  <a:pt x="3504124" y="5229524"/>
                </a:lnTo>
                <a:lnTo>
                  <a:pt x="3575274" y="5656424"/>
                </a:lnTo>
                <a:lnTo>
                  <a:pt x="2596974" y="5389624"/>
                </a:lnTo>
                <a:lnTo>
                  <a:pt x="2241224" y="5745374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05" name="Google Shape;205;p15"/>
          <p:cNvSpPr txBox="1"/>
          <p:nvPr>
            <p:ph type="title"/>
          </p:nvPr>
        </p:nvSpPr>
        <p:spPr>
          <a:xfrm>
            <a:off x="376750" y="556025"/>
            <a:ext cx="45126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L'accés físic a un equip facilita molt els atacs, però no sempre permet accedir a les dades.</a:t>
            </a:r>
            <a:endParaRPr sz="2250"/>
          </a:p>
        </p:txBody>
      </p:sp>
      <p:grpSp>
        <p:nvGrpSpPr>
          <p:cNvPr id="206" name="Google Shape;206;p15"/>
          <p:cNvGrpSpPr/>
          <p:nvPr/>
        </p:nvGrpSpPr>
        <p:grpSpPr>
          <a:xfrm>
            <a:off x="4343977" y="1449122"/>
            <a:ext cx="3128632" cy="2834911"/>
            <a:chOff x="4388869" y="2009949"/>
            <a:chExt cx="4596198" cy="4164700"/>
          </a:xfrm>
        </p:grpSpPr>
        <p:pic>
          <p:nvPicPr>
            <p:cNvPr id="207" name="Google Shape;20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41026" y="2009949"/>
              <a:ext cx="3445548" cy="3166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8869" y="4757499"/>
              <a:ext cx="1453098" cy="117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01794" y="4998849"/>
              <a:ext cx="1453098" cy="117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43569" y="4998849"/>
              <a:ext cx="1453098" cy="117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31969" y="4627699"/>
              <a:ext cx="1453098" cy="1175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7" name="Google Shape;217;p16"/>
          <p:cNvSpPr txBox="1"/>
          <p:nvPr>
            <p:ph type="title"/>
          </p:nvPr>
        </p:nvSpPr>
        <p:spPr>
          <a:xfrm>
            <a:off x="1682463" y="597756"/>
            <a:ext cx="34959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S’ha d’impedir als estranys l’accés als sistemes</a:t>
            </a:r>
            <a:endParaRPr sz="2250"/>
          </a:p>
        </p:txBody>
      </p:sp>
      <p:grpSp>
        <p:nvGrpSpPr>
          <p:cNvPr id="218" name="Google Shape;218;p16"/>
          <p:cNvGrpSpPr/>
          <p:nvPr/>
        </p:nvGrpSpPr>
        <p:grpSpPr>
          <a:xfrm>
            <a:off x="4091805" y="1471600"/>
            <a:ext cx="4193019" cy="3433202"/>
            <a:chOff x="4330349" y="3006074"/>
            <a:chExt cx="5129703" cy="4200149"/>
          </a:xfrm>
        </p:grpSpPr>
        <p:sp>
          <p:nvSpPr>
            <p:cNvPr id="219" name="Google Shape;219;p16"/>
            <p:cNvSpPr/>
            <p:nvPr/>
          </p:nvSpPr>
          <p:spPr>
            <a:xfrm>
              <a:off x="4799152" y="3151530"/>
              <a:ext cx="4660900" cy="3706495"/>
            </a:xfrm>
            <a:custGeom>
              <a:rect b="b" l="l" r="r" t="t"/>
              <a:pathLst>
                <a:path extrusionOk="0" h="3706495" w="4660900">
                  <a:moveTo>
                    <a:pt x="4660328" y="2134501"/>
                  </a:moveTo>
                  <a:lnTo>
                    <a:pt x="4357954" y="1334071"/>
                  </a:lnTo>
                  <a:lnTo>
                    <a:pt x="3610876" y="587006"/>
                  </a:lnTo>
                  <a:lnTo>
                    <a:pt x="2757081" y="0"/>
                  </a:lnTo>
                  <a:lnTo>
                    <a:pt x="2436901" y="35572"/>
                  </a:lnTo>
                  <a:lnTo>
                    <a:pt x="1654251" y="320179"/>
                  </a:lnTo>
                  <a:lnTo>
                    <a:pt x="462483" y="711504"/>
                  </a:lnTo>
                  <a:lnTo>
                    <a:pt x="213448" y="1227353"/>
                  </a:lnTo>
                  <a:lnTo>
                    <a:pt x="0" y="1974430"/>
                  </a:lnTo>
                  <a:lnTo>
                    <a:pt x="327914" y="2579814"/>
                  </a:lnTo>
                  <a:lnTo>
                    <a:pt x="316687" y="2589326"/>
                  </a:lnTo>
                  <a:lnTo>
                    <a:pt x="269443" y="2634881"/>
                  </a:lnTo>
                  <a:lnTo>
                    <a:pt x="229412" y="2681757"/>
                  </a:lnTo>
                  <a:lnTo>
                    <a:pt x="196875" y="2729865"/>
                  </a:lnTo>
                  <a:lnTo>
                    <a:pt x="172097" y="2779077"/>
                  </a:lnTo>
                  <a:lnTo>
                    <a:pt x="155308" y="2829318"/>
                  </a:lnTo>
                  <a:lnTo>
                    <a:pt x="146799" y="2880487"/>
                  </a:lnTo>
                  <a:lnTo>
                    <a:pt x="145719" y="2906382"/>
                  </a:lnTo>
                  <a:lnTo>
                    <a:pt x="146799" y="2932265"/>
                  </a:lnTo>
                  <a:lnTo>
                    <a:pt x="155308" y="2983433"/>
                  </a:lnTo>
                  <a:lnTo>
                    <a:pt x="172097" y="3033674"/>
                  </a:lnTo>
                  <a:lnTo>
                    <a:pt x="196875" y="3082887"/>
                  </a:lnTo>
                  <a:lnTo>
                    <a:pt x="229412" y="3130994"/>
                  </a:lnTo>
                  <a:lnTo>
                    <a:pt x="269443" y="3177870"/>
                  </a:lnTo>
                  <a:lnTo>
                    <a:pt x="316687" y="3223425"/>
                  </a:lnTo>
                  <a:lnTo>
                    <a:pt x="370890" y="3267570"/>
                  </a:lnTo>
                  <a:lnTo>
                    <a:pt x="431812" y="3310204"/>
                  </a:lnTo>
                  <a:lnTo>
                    <a:pt x="464705" y="3330918"/>
                  </a:lnTo>
                  <a:lnTo>
                    <a:pt x="499173" y="3351212"/>
                  </a:lnTo>
                  <a:lnTo>
                    <a:pt x="535190" y="3371075"/>
                  </a:lnTo>
                  <a:lnTo>
                    <a:pt x="572719" y="3390506"/>
                  </a:lnTo>
                  <a:lnTo>
                    <a:pt x="611733" y="3409480"/>
                  </a:lnTo>
                  <a:lnTo>
                    <a:pt x="652195" y="3427984"/>
                  </a:lnTo>
                  <a:lnTo>
                    <a:pt x="694080" y="3446018"/>
                  </a:lnTo>
                  <a:lnTo>
                    <a:pt x="737336" y="3463556"/>
                  </a:lnTo>
                  <a:lnTo>
                    <a:pt x="781951" y="3480587"/>
                  </a:lnTo>
                  <a:lnTo>
                    <a:pt x="827874" y="3497097"/>
                  </a:lnTo>
                  <a:lnTo>
                    <a:pt x="875093" y="3513086"/>
                  </a:lnTo>
                  <a:lnTo>
                    <a:pt x="923569" y="3528542"/>
                  </a:lnTo>
                  <a:lnTo>
                    <a:pt x="973251" y="3543439"/>
                  </a:lnTo>
                  <a:lnTo>
                    <a:pt x="1024128" y="3557765"/>
                  </a:lnTo>
                  <a:lnTo>
                    <a:pt x="1076172" y="3571519"/>
                  </a:lnTo>
                  <a:lnTo>
                    <a:pt x="1129322" y="3584676"/>
                  </a:lnTo>
                  <a:lnTo>
                    <a:pt x="1183576" y="3597237"/>
                  </a:lnTo>
                  <a:lnTo>
                    <a:pt x="1238885" y="3609187"/>
                  </a:lnTo>
                  <a:lnTo>
                    <a:pt x="1295222" y="3620503"/>
                  </a:lnTo>
                  <a:lnTo>
                    <a:pt x="1352550" y="3631171"/>
                  </a:lnTo>
                  <a:lnTo>
                    <a:pt x="1410830" y="3641191"/>
                  </a:lnTo>
                  <a:lnTo>
                    <a:pt x="1470050" y="3650551"/>
                  </a:lnTo>
                  <a:lnTo>
                    <a:pt x="1530159" y="3659238"/>
                  </a:lnTo>
                  <a:lnTo>
                    <a:pt x="1591144" y="3667226"/>
                  </a:lnTo>
                  <a:lnTo>
                    <a:pt x="1652943" y="3674516"/>
                  </a:lnTo>
                  <a:lnTo>
                    <a:pt x="1715554" y="3681095"/>
                  </a:lnTo>
                  <a:lnTo>
                    <a:pt x="1778914" y="3686937"/>
                  </a:lnTo>
                  <a:lnTo>
                    <a:pt x="1843024" y="3692055"/>
                  </a:lnTo>
                  <a:lnTo>
                    <a:pt x="1907832" y="3696411"/>
                  </a:lnTo>
                  <a:lnTo>
                    <a:pt x="1973300" y="3699992"/>
                  </a:lnTo>
                  <a:lnTo>
                    <a:pt x="2039404" y="3702812"/>
                  </a:lnTo>
                  <a:lnTo>
                    <a:pt x="2106117" y="3704844"/>
                  </a:lnTo>
                  <a:lnTo>
                    <a:pt x="2173401" y="3706063"/>
                  </a:lnTo>
                  <a:lnTo>
                    <a:pt x="2241219" y="3706482"/>
                  </a:lnTo>
                  <a:lnTo>
                    <a:pt x="2309037" y="3706063"/>
                  </a:lnTo>
                  <a:lnTo>
                    <a:pt x="2376322" y="3704844"/>
                  </a:lnTo>
                  <a:lnTo>
                    <a:pt x="2443022" y="3702812"/>
                  </a:lnTo>
                  <a:lnTo>
                    <a:pt x="2509139" y="3699992"/>
                  </a:lnTo>
                  <a:lnTo>
                    <a:pt x="2574607" y="3696411"/>
                  </a:lnTo>
                  <a:lnTo>
                    <a:pt x="2639415" y="3692055"/>
                  </a:lnTo>
                  <a:lnTo>
                    <a:pt x="2703512" y="3686937"/>
                  </a:lnTo>
                  <a:lnTo>
                    <a:pt x="2766885" y="3681095"/>
                  </a:lnTo>
                  <a:lnTo>
                    <a:pt x="2829483" y="3674516"/>
                  </a:lnTo>
                  <a:lnTo>
                    <a:pt x="2891294" y="3667226"/>
                  </a:lnTo>
                  <a:lnTo>
                    <a:pt x="2952267" y="3659238"/>
                  </a:lnTo>
                  <a:lnTo>
                    <a:pt x="3012376" y="3650551"/>
                  </a:lnTo>
                  <a:lnTo>
                    <a:pt x="3071596" y="3641191"/>
                  </a:lnTo>
                  <a:lnTo>
                    <a:pt x="3129889" y="3631171"/>
                  </a:lnTo>
                  <a:lnTo>
                    <a:pt x="3187217" y="3620503"/>
                  </a:lnTo>
                  <a:lnTo>
                    <a:pt x="3243542" y="3609187"/>
                  </a:lnTo>
                  <a:lnTo>
                    <a:pt x="3298850" y="3597237"/>
                  </a:lnTo>
                  <a:lnTo>
                    <a:pt x="3353104" y="3584676"/>
                  </a:lnTo>
                  <a:lnTo>
                    <a:pt x="3406267" y="3571519"/>
                  </a:lnTo>
                  <a:lnTo>
                    <a:pt x="3458299" y="3557765"/>
                  </a:lnTo>
                  <a:lnTo>
                    <a:pt x="3509175" y="3543439"/>
                  </a:lnTo>
                  <a:lnTo>
                    <a:pt x="3558870" y="3528542"/>
                  </a:lnTo>
                  <a:lnTo>
                    <a:pt x="3607333" y="3513086"/>
                  </a:lnTo>
                  <a:lnTo>
                    <a:pt x="3654552" y="3497097"/>
                  </a:lnTo>
                  <a:lnTo>
                    <a:pt x="3700488" y="3480587"/>
                  </a:lnTo>
                  <a:lnTo>
                    <a:pt x="3745103" y="3463556"/>
                  </a:lnTo>
                  <a:lnTo>
                    <a:pt x="3788359" y="3446018"/>
                  </a:lnTo>
                  <a:lnTo>
                    <a:pt x="3830231" y="3427984"/>
                  </a:lnTo>
                  <a:lnTo>
                    <a:pt x="3870693" y="3409480"/>
                  </a:lnTo>
                  <a:lnTo>
                    <a:pt x="3909707" y="3390506"/>
                  </a:lnTo>
                  <a:lnTo>
                    <a:pt x="3947236" y="3371075"/>
                  </a:lnTo>
                  <a:lnTo>
                    <a:pt x="3983253" y="3351212"/>
                  </a:lnTo>
                  <a:lnTo>
                    <a:pt x="4017721" y="3330918"/>
                  </a:lnTo>
                  <a:lnTo>
                    <a:pt x="4050614" y="3310204"/>
                  </a:lnTo>
                  <a:lnTo>
                    <a:pt x="4111536" y="3267570"/>
                  </a:lnTo>
                  <a:lnTo>
                    <a:pt x="4165752" y="3223425"/>
                  </a:lnTo>
                  <a:lnTo>
                    <a:pt x="4212996" y="3177870"/>
                  </a:lnTo>
                  <a:lnTo>
                    <a:pt x="4253014" y="3130994"/>
                  </a:lnTo>
                  <a:lnTo>
                    <a:pt x="4285551" y="3082887"/>
                  </a:lnTo>
                  <a:lnTo>
                    <a:pt x="4310342" y="3033674"/>
                  </a:lnTo>
                  <a:lnTo>
                    <a:pt x="4327118" y="2983433"/>
                  </a:lnTo>
                  <a:lnTo>
                    <a:pt x="4335640" y="2932265"/>
                  </a:lnTo>
                  <a:lnTo>
                    <a:pt x="4336720" y="2906382"/>
                  </a:lnTo>
                  <a:lnTo>
                    <a:pt x="4335640" y="2880487"/>
                  </a:lnTo>
                  <a:lnTo>
                    <a:pt x="4327118" y="2829318"/>
                  </a:lnTo>
                  <a:lnTo>
                    <a:pt x="4310342" y="2779077"/>
                  </a:lnTo>
                  <a:lnTo>
                    <a:pt x="4285551" y="2729865"/>
                  </a:lnTo>
                  <a:lnTo>
                    <a:pt x="4253014" y="2681757"/>
                  </a:lnTo>
                  <a:lnTo>
                    <a:pt x="4212996" y="2634881"/>
                  </a:lnTo>
                  <a:lnTo>
                    <a:pt x="4165752" y="2589326"/>
                  </a:lnTo>
                  <a:lnTo>
                    <a:pt x="4111536" y="2545181"/>
                  </a:lnTo>
                  <a:lnTo>
                    <a:pt x="4082351" y="2524010"/>
                  </a:lnTo>
                  <a:lnTo>
                    <a:pt x="4660328" y="2134501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1"/>
                <a:buFont typeface="Arial"/>
                <a:buNone/>
              </a:pPr>
              <a:r>
                <a:t/>
              </a:r>
              <a:endParaRPr b="0" i="0" sz="12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0" name="Google Shape;22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24489" y="3637199"/>
              <a:ext cx="3211378" cy="259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0349" y="3006074"/>
              <a:ext cx="3662299" cy="4200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/>
          <p:nvPr/>
        </p:nvSpPr>
        <p:spPr>
          <a:xfrm>
            <a:off x="4038126" y="1476299"/>
            <a:ext cx="4439571" cy="3341594"/>
          </a:xfrm>
          <a:custGeom>
            <a:rect b="b" l="l" r="r" t="t"/>
            <a:pathLst>
              <a:path extrusionOk="0" h="4411345" w="5300980">
                <a:moveTo>
                  <a:pt x="4606949" y="4411299"/>
                </a:moveTo>
                <a:lnTo>
                  <a:pt x="1511949" y="4268999"/>
                </a:lnTo>
                <a:lnTo>
                  <a:pt x="284599" y="3237324"/>
                </a:lnTo>
                <a:lnTo>
                  <a:pt x="0" y="2490249"/>
                </a:lnTo>
                <a:lnTo>
                  <a:pt x="711499" y="764849"/>
                </a:lnTo>
                <a:lnTo>
                  <a:pt x="1138399" y="266799"/>
                </a:lnTo>
                <a:lnTo>
                  <a:pt x="2436899" y="0"/>
                </a:lnTo>
                <a:lnTo>
                  <a:pt x="4944924" y="498049"/>
                </a:lnTo>
                <a:lnTo>
                  <a:pt x="5300674" y="1458574"/>
                </a:lnTo>
                <a:lnTo>
                  <a:pt x="4820399" y="3913249"/>
                </a:lnTo>
                <a:lnTo>
                  <a:pt x="4606949" y="44112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28" name="Google Shape;228;p17"/>
          <p:cNvSpPr txBox="1"/>
          <p:nvPr>
            <p:ph type="title"/>
          </p:nvPr>
        </p:nvSpPr>
        <p:spPr>
          <a:xfrm>
            <a:off x="513500" y="597750"/>
            <a:ext cx="41091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381000" marR="3810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ca" sz="2100">
                <a:solidFill>
                  <a:srgbClr val="17466B"/>
                </a:solidFill>
              </a:rPr>
              <a:t>Cal detectar els intrusos i dissuadir-los d'intentar accedir als sistemes.</a:t>
            </a:r>
            <a:endParaRPr b="1" sz="2100">
              <a:solidFill>
                <a:srgbClr val="17466B"/>
              </a:solidFill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650" y="1641325"/>
            <a:ext cx="3384324" cy="30115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8"/>
          <p:cNvGrpSpPr/>
          <p:nvPr/>
        </p:nvGrpSpPr>
        <p:grpSpPr>
          <a:xfrm>
            <a:off x="918497" y="1068062"/>
            <a:ext cx="1858166" cy="1305911"/>
            <a:chOff x="1427474" y="1879924"/>
            <a:chExt cx="2952750" cy="2075180"/>
          </a:xfrm>
        </p:grpSpPr>
        <p:sp>
          <p:nvSpPr>
            <p:cNvPr id="236" name="Google Shape;236;p18"/>
            <p:cNvSpPr/>
            <p:nvPr/>
          </p:nvSpPr>
          <p:spPr>
            <a:xfrm>
              <a:off x="1427474" y="1879924"/>
              <a:ext cx="2952750" cy="2075180"/>
            </a:xfrm>
            <a:custGeom>
              <a:rect b="b" l="l" r="r" t="t"/>
              <a:pathLst>
                <a:path extrusionOk="0" h="2075179" w="2952750">
                  <a:moveTo>
                    <a:pt x="2952599" y="2074799"/>
                  </a:moveTo>
                  <a:lnTo>
                    <a:pt x="0" y="2074799"/>
                  </a:lnTo>
                  <a:lnTo>
                    <a:pt x="0" y="0"/>
                  </a:lnTo>
                  <a:lnTo>
                    <a:pt x="2952599" y="0"/>
                  </a:lnTo>
                  <a:lnTo>
                    <a:pt x="2952599" y="20747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1"/>
                <a:buFont typeface="Arial"/>
                <a:buNone/>
              </a:pPr>
              <a:r>
                <a:t/>
              </a:r>
              <a:endParaRPr b="0" i="0" sz="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" name="Google Shape;23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36774" y="1986512"/>
              <a:ext cx="1934000" cy="18616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7202" y="3085900"/>
            <a:ext cx="2146848" cy="1525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18"/>
          <p:cNvGrpSpPr/>
          <p:nvPr/>
        </p:nvGrpSpPr>
        <p:grpSpPr>
          <a:xfrm>
            <a:off x="935359" y="3085900"/>
            <a:ext cx="2005508" cy="1525050"/>
            <a:chOff x="3367149" y="4835312"/>
            <a:chExt cx="2952750" cy="2075180"/>
          </a:xfrm>
        </p:grpSpPr>
        <p:sp>
          <p:nvSpPr>
            <p:cNvPr id="240" name="Google Shape;240;p18"/>
            <p:cNvSpPr/>
            <p:nvPr/>
          </p:nvSpPr>
          <p:spPr>
            <a:xfrm>
              <a:off x="3367149" y="4835312"/>
              <a:ext cx="2952750" cy="2075180"/>
            </a:xfrm>
            <a:custGeom>
              <a:rect b="b" l="l" r="r" t="t"/>
              <a:pathLst>
                <a:path extrusionOk="0" h="2075179" w="2952750">
                  <a:moveTo>
                    <a:pt x="2952599" y="2074799"/>
                  </a:moveTo>
                  <a:lnTo>
                    <a:pt x="0" y="2074799"/>
                  </a:lnTo>
                  <a:lnTo>
                    <a:pt x="0" y="0"/>
                  </a:lnTo>
                  <a:lnTo>
                    <a:pt x="2952599" y="0"/>
                  </a:lnTo>
                  <a:lnTo>
                    <a:pt x="2952599" y="20747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8"/>
                <a:buFont typeface="Arial"/>
                <a:buNone/>
              </a:pPr>
              <a:r>
                <a:t/>
              </a:r>
              <a:endParaRPr b="0" i="0" sz="104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47075" y="4992576"/>
              <a:ext cx="1192750" cy="17602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" name="Google Shape;242;p18"/>
          <p:cNvSpPr txBox="1"/>
          <p:nvPr/>
        </p:nvSpPr>
        <p:spPr>
          <a:xfrm>
            <a:off x="5155425" y="2526000"/>
            <a:ext cx="2406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ca" sz="2250">
                <a:solidFill>
                  <a:srgbClr val="17466B"/>
                </a:solidFill>
              </a:rPr>
              <a:t>Identificació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490020" y="4611200"/>
            <a:ext cx="1443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Gossos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998904" y="4611200"/>
            <a:ext cx="1545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Guàrdies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702712" y="2515138"/>
            <a:ext cx="24708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Càmeres i llums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246" name="Google Shape;246;p18"/>
          <p:cNvSpPr txBox="1"/>
          <p:nvPr>
            <p:ph type="title"/>
          </p:nvPr>
        </p:nvSpPr>
        <p:spPr>
          <a:xfrm>
            <a:off x="373700" y="341525"/>
            <a:ext cx="2796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Controls d’accés </a:t>
            </a:r>
            <a:r>
              <a:rPr b="1" lang="ca" sz="2100">
                <a:solidFill>
                  <a:srgbClr val="17466B"/>
                </a:solidFill>
              </a:rPr>
              <a:t>…</a:t>
            </a:r>
            <a:endParaRPr sz="2250"/>
          </a:p>
        </p:txBody>
      </p:sp>
      <p:pic>
        <p:nvPicPr>
          <p:cNvPr id="247" name="Google Shape;24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7175" y="614683"/>
            <a:ext cx="2276875" cy="178101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/>
        </p:nvSpPr>
        <p:spPr>
          <a:xfrm>
            <a:off x="1365523" y="3665875"/>
            <a:ext cx="39114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ca" sz="2250">
                <a:solidFill>
                  <a:srgbClr val="17466B"/>
                </a:solidFill>
              </a:rPr>
              <a:t>Tipus </a:t>
            </a: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alarmes ( foc, gas, </a:t>
            </a:r>
            <a:r>
              <a:rPr b="1" lang="ca" sz="2250">
                <a:solidFill>
                  <a:srgbClr val="17466B"/>
                </a:solidFill>
              </a:rPr>
              <a:t>inundacions/aigua…)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3381949" y="1258750"/>
            <a:ext cx="3630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ca" sz="2250">
                <a:solidFill>
                  <a:srgbClr val="17466B"/>
                </a:solidFill>
              </a:rPr>
              <a:t>Sensors de moviment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255" name="Google Shape;255;p19"/>
          <p:cNvSpPr txBox="1"/>
          <p:nvPr>
            <p:ph type="title"/>
          </p:nvPr>
        </p:nvSpPr>
        <p:spPr>
          <a:xfrm>
            <a:off x="648191" y="522480"/>
            <a:ext cx="3100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Detecció d’intrusions</a:t>
            </a:r>
            <a:endParaRPr sz="2250"/>
          </a:p>
        </p:txBody>
      </p:sp>
      <p:grpSp>
        <p:nvGrpSpPr>
          <p:cNvPr id="256" name="Google Shape;256;p19"/>
          <p:cNvGrpSpPr/>
          <p:nvPr/>
        </p:nvGrpSpPr>
        <p:grpSpPr>
          <a:xfrm>
            <a:off x="5585833" y="3011724"/>
            <a:ext cx="2416531" cy="1698327"/>
            <a:chOff x="5804024" y="4034862"/>
            <a:chExt cx="2952750" cy="2075180"/>
          </a:xfrm>
        </p:grpSpPr>
        <p:sp>
          <p:nvSpPr>
            <p:cNvPr id="257" name="Google Shape;257;p19"/>
            <p:cNvSpPr/>
            <p:nvPr/>
          </p:nvSpPr>
          <p:spPr>
            <a:xfrm>
              <a:off x="5804024" y="4034862"/>
              <a:ext cx="2952750" cy="2075180"/>
            </a:xfrm>
            <a:custGeom>
              <a:rect b="b" l="l" r="r" t="t"/>
              <a:pathLst>
                <a:path extrusionOk="0" h="2075179" w="2952750">
                  <a:moveTo>
                    <a:pt x="2952599" y="2074799"/>
                  </a:moveTo>
                  <a:lnTo>
                    <a:pt x="0" y="2074799"/>
                  </a:lnTo>
                  <a:lnTo>
                    <a:pt x="0" y="0"/>
                  </a:lnTo>
                  <a:lnTo>
                    <a:pt x="2952599" y="0"/>
                  </a:lnTo>
                  <a:lnTo>
                    <a:pt x="2952599" y="20747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2"/>
                <a:buFont typeface="Arial"/>
                <a:buNone/>
              </a:pPr>
              <a:r>
                <a:t/>
              </a:r>
              <a:endParaRPr b="0" i="0" sz="12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8" name="Google Shape;25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92475" y="4034862"/>
              <a:ext cx="1775699" cy="17952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9" name="Google Shape;2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988" y="1135950"/>
            <a:ext cx="23526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0"/>
          <p:cNvGrpSpPr/>
          <p:nvPr/>
        </p:nvGrpSpPr>
        <p:grpSpPr>
          <a:xfrm>
            <a:off x="785319" y="1124691"/>
            <a:ext cx="1786414" cy="1255484"/>
            <a:chOff x="1427474" y="1879924"/>
            <a:chExt cx="2952750" cy="2075180"/>
          </a:xfrm>
        </p:grpSpPr>
        <p:sp>
          <p:nvSpPr>
            <p:cNvPr id="266" name="Google Shape;266;p20"/>
            <p:cNvSpPr/>
            <p:nvPr/>
          </p:nvSpPr>
          <p:spPr>
            <a:xfrm>
              <a:off x="1427474" y="1879924"/>
              <a:ext cx="2952750" cy="2075180"/>
            </a:xfrm>
            <a:custGeom>
              <a:rect b="b" l="l" r="r" t="t"/>
              <a:pathLst>
                <a:path extrusionOk="0" h="2075179" w="2952750">
                  <a:moveTo>
                    <a:pt x="2952599" y="2074799"/>
                  </a:moveTo>
                  <a:lnTo>
                    <a:pt x="0" y="2074799"/>
                  </a:lnTo>
                  <a:lnTo>
                    <a:pt x="0" y="0"/>
                  </a:lnTo>
                  <a:lnTo>
                    <a:pt x="2952599" y="0"/>
                  </a:lnTo>
                  <a:lnTo>
                    <a:pt x="2952599" y="20747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" name="Google Shape;26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1448" y="2086249"/>
              <a:ext cx="1184649" cy="16744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20"/>
          <p:cNvSpPr txBox="1"/>
          <p:nvPr/>
        </p:nvSpPr>
        <p:spPr>
          <a:xfrm>
            <a:off x="5984726" y="1992825"/>
            <a:ext cx="292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Obstacles i tanques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182477" y="3644200"/>
            <a:ext cx="1506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43053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Llums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270" name="Google Shape;270;p20"/>
          <p:cNvSpPr txBox="1"/>
          <p:nvPr>
            <p:ph type="title"/>
          </p:nvPr>
        </p:nvSpPr>
        <p:spPr>
          <a:xfrm>
            <a:off x="634941" y="405830"/>
            <a:ext cx="3100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Mesures dissuasives</a:t>
            </a:r>
            <a:endParaRPr sz="2250"/>
          </a:p>
        </p:txBody>
      </p:sp>
      <p:sp>
        <p:nvSpPr>
          <p:cNvPr id="271" name="Google Shape;271;p20"/>
          <p:cNvSpPr txBox="1"/>
          <p:nvPr/>
        </p:nvSpPr>
        <p:spPr>
          <a:xfrm>
            <a:off x="892548" y="2548000"/>
            <a:ext cx="134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>
                <a:solidFill>
                  <a:srgbClr val="17466B"/>
                </a:solidFill>
              </a:rPr>
              <a:t>Cartells</a:t>
            </a:r>
            <a:endParaRPr sz="22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2" name="Google Shape;2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933" y="482225"/>
            <a:ext cx="2533366" cy="13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500" y="2114125"/>
            <a:ext cx="3100500" cy="28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79" name="Google Shape;279;p21"/>
          <p:cNvSpPr txBox="1"/>
          <p:nvPr>
            <p:ph type="title"/>
          </p:nvPr>
        </p:nvSpPr>
        <p:spPr>
          <a:xfrm>
            <a:off x="983303" y="1160750"/>
            <a:ext cx="32670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b="1"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condicions ambientals </a:t>
            </a: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són un problema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0" name="Google Shape;2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977" y="1160745"/>
            <a:ext cx="2008968" cy="200896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377206346cad875a_0_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pic>
        <p:nvPicPr>
          <p:cNvPr id="287" name="Google Shape;287;h377206346cad875a_0_14"/>
          <p:cNvPicPr preferRelativeResize="0"/>
          <p:nvPr/>
        </p:nvPicPr>
        <p:blipFill rotWithShape="1">
          <a:blip r:embed="rId3">
            <a:alphaModFix/>
          </a:blip>
          <a:srcRect b="4910" l="0" r="1623" t="1571"/>
          <a:stretch/>
        </p:blipFill>
        <p:spPr>
          <a:xfrm>
            <a:off x="470075" y="696425"/>
            <a:ext cx="7955325" cy="36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2"/>
          <p:cNvGrpSpPr/>
          <p:nvPr/>
        </p:nvGrpSpPr>
        <p:grpSpPr>
          <a:xfrm>
            <a:off x="2887987" y="1065499"/>
            <a:ext cx="4770683" cy="3838331"/>
            <a:chOff x="2561399" y="1565300"/>
            <a:chExt cx="7008495" cy="5638800"/>
          </a:xfrm>
        </p:grpSpPr>
        <p:sp>
          <p:nvSpPr>
            <p:cNvPr id="293" name="Google Shape;293;p22"/>
            <p:cNvSpPr/>
            <p:nvPr/>
          </p:nvSpPr>
          <p:spPr>
            <a:xfrm>
              <a:off x="2561399" y="1565300"/>
              <a:ext cx="7008495" cy="5638800"/>
            </a:xfrm>
            <a:custGeom>
              <a:rect b="b" l="l" r="r" t="t"/>
              <a:pathLst>
                <a:path extrusionOk="0" h="5638800" w="7008495">
                  <a:moveTo>
                    <a:pt x="7008165" y="1674088"/>
                  </a:moveTo>
                  <a:lnTo>
                    <a:pt x="6906971" y="585914"/>
                  </a:lnTo>
                  <a:lnTo>
                    <a:pt x="5975921" y="0"/>
                  </a:lnTo>
                  <a:lnTo>
                    <a:pt x="5065115" y="558038"/>
                  </a:lnTo>
                  <a:lnTo>
                    <a:pt x="4332770" y="1505762"/>
                  </a:lnTo>
                  <a:lnTo>
                    <a:pt x="4332770" y="1320990"/>
                  </a:lnTo>
                  <a:lnTo>
                    <a:pt x="4329163" y="1275461"/>
                  </a:lnTo>
                  <a:lnTo>
                    <a:pt x="4318571" y="1231455"/>
                  </a:lnTo>
                  <a:lnTo>
                    <a:pt x="4301299" y="1189761"/>
                  </a:lnTo>
                  <a:lnTo>
                    <a:pt x="4277677" y="1151166"/>
                  </a:lnTo>
                  <a:lnTo>
                    <a:pt x="4248035" y="1116418"/>
                  </a:lnTo>
                  <a:lnTo>
                    <a:pt x="4213288" y="1086764"/>
                  </a:lnTo>
                  <a:lnTo>
                    <a:pt x="4174680" y="1063155"/>
                  </a:lnTo>
                  <a:lnTo>
                    <a:pt x="4132999" y="1045883"/>
                  </a:lnTo>
                  <a:lnTo>
                    <a:pt x="4088993" y="1035291"/>
                  </a:lnTo>
                  <a:lnTo>
                    <a:pt x="4043464" y="1031684"/>
                  </a:lnTo>
                  <a:lnTo>
                    <a:pt x="2886278" y="1031684"/>
                  </a:lnTo>
                  <a:lnTo>
                    <a:pt x="2839351" y="1035469"/>
                  </a:lnTo>
                  <a:lnTo>
                    <a:pt x="2794838" y="1046429"/>
                  </a:lnTo>
                  <a:lnTo>
                    <a:pt x="2753322" y="1063967"/>
                  </a:lnTo>
                  <a:lnTo>
                    <a:pt x="2715412" y="1087501"/>
                  </a:lnTo>
                  <a:lnTo>
                    <a:pt x="2681706" y="1116418"/>
                  </a:lnTo>
                  <a:lnTo>
                    <a:pt x="2652788" y="1150124"/>
                  </a:lnTo>
                  <a:lnTo>
                    <a:pt x="2629255" y="1188034"/>
                  </a:lnTo>
                  <a:lnTo>
                    <a:pt x="2611717" y="1229537"/>
                  </a:lnTo>
                  <a:lnTo>
                    <a:pt x="2600756" y="1274064"/>
                  </a:lnTo>
                  <a:lnTo>
                    <a:pt x="2596972" y="1320990"/>
                  </a:lnTo>
                  <a:lnTo>
                    <a:pt x="2596972" y="1947252"/>
                  </a:lnTo>
                  <a:lnTo>
                    <a:pt x="764844" y="2621775"/>
                  </a:lnTo>
                  <a:lnTo>
                    <a:pt x="71145" y="3357245"/>
                  </a:lnTo>
                  <a:lnTo>
                    <a:pt x="0" y="4309021"/>
                  </a:lnTo>
                  <a:lnTo>
                    <a:pt x="515823" y="5022875"/>
                  </a:lnTo>
                  <a:lnTo>
                    <a:pt x="1725371" y="5585295"/>
                  </a:lnTo>
                  <a:lnTo>
                    <a:pt x="2596972" y="5044491"/>
                  </a:lnTo>
                  <a:lnTo>
                    <a:pt x="3300844" y="4089743"/>
                  </a:lnTo>
                  <a:lnTo>
                    <a:pt x="3333864" y="4262602"/>
                  </a:lnTo>
                  <a:lnTo>
                    <a:pt x="3418306" y="4606620"/>
                  </a:lnTo>
                  <a:lnTo>
                    <a:pt x="3756063" y="5031537"/>
                  </a:lnTo>
                  <a:lnTo>
                    <a:pt x="4220489" y="5294604"/>
                  </a:lnTo>
                  <a:lnTo>
                    <a:pt x="4980457" y="5638597"/>
                  </a:lnTo>
                  <a:lnTo>
                    <a:pt x="5613768" y="5314835"/>
                  </a:lnTo>
                  <a:lnTo>
                    <a:pt x="6458166" y="5031537"/>
                  </a:lnTo>
                  <a:lnTo>
                    <a:pt x="6901472" y="4485208"/>
                  </a:lnTo>
                  <a:lnTo>
                    <a:pt x="6901472" y="3716274"/>
                  </a:lnTo>
                  <a:lnTo>
                    <a:pt x="6352603" y="3190163"/>
                  </a:lnTo>
                  <a:lnTo>
                    <a:pt x="5502211" y="2830957"/>
                  </a:lnTo>
                  <a:lnTo>
                    <a:pt x="6360465" y="2790152"/>
                  </a:lnTo>
                  <a:lnTo>
                    <a:pt x="7008165" y="1674088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4" name="Google Shape;29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6212" y="2833075"/>
              <a:ext cx="1234249" cy="189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78870" y="4639932"/>
              <a:ext cx="1459349" cy="1459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73920" y="2163870"/>
              <a:ext cx="1309374" cy="1309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37998" y="4801611"/>
              <a:ext cx="1735866" cy="13093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298" name="Google Shape;298;p22"/>
          <p:cNvSpPr txBox="1"/>
          <p:nvPr>
            <p:ph type="title"/>
          </p:nvPr>
        </p:nvSpPr>
        <p:spPr>
          <a:xfrm>
            <a:off x="479728" y="472175"/>
            <a:ext cx="41349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Valors extrems de condicions ambientals augmenten els errors en els components del maquinari</a:t>
            </a:r>
            <a:endParaRPr sz="2250"/>
          </a:p>
        </p:txBody>
      </p:sp>
      <p:sp>
        <p:nvSpPr>
          <p:cNvPr id="299" name="Google Shape;299;p22"/>
          <p:cNvSpPr txBox="1"/>
          <p:nvPr/>
        </p:nvSpPr>
        <p:spPr>
          <a:xfrm>
            <a:off x="3313148" y="4092975"/>
            <a:ext cx="1049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Calor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6159850" y="2288800"/>
            <a:ext cx="1317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Humitat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6036903" y="4034425"/>
            <a:ext cx="963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2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Pols</a:t>
            </a:r>
            <a:endParaRPr b="0" i="0" sz="22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/>
          <p:nvPr/>
        </p:nvSpPr>
        <p:spPr>
          <a:xfrm>
            <a:off x="3633750" y="1077550"/>
            <a:ext cx="3906317" cy="3324944"/>
          </a:xfrm>
          <a:custGeom>
            <a:rect b="b" l="l" r="r" t="t"/>
            <a:pathLst>
              <a:path extrusionOk="0" h="4766945" w="5425440">
                <a:moveTo>
                  <a:pt x="697767" y="4766803"/>
                </a:moveTo>
                <a:lnTo>
                  <a:pt x="139553" y="4281749"/>
                </a:lnTo>
                <a:lnTo>
                  <a:pt x="0" y="3345117"/>
                </a:lnTo>
                <a:lnTo>
                  <a:pt x="610559" y="2475386"/>
                </a:lnTo>
                <a:lnTo>
                  <a:pt x="1290870" y="1839814"/>
                </a:lnTo>
                <a:lnTo>
                  <a:pt x="2668974" y="869730"/>
                </a:lnTo>
                <a:lnTo>
                  <a:pt x="3279509" y="66902"/>
                </a:lnTo>
                <a:lnTo>
                  <a:pt x="4640157" y="0"/>
                </a:lnTo>
                <a:lnTo>
                  <a:pt x="5425134" y="886467"/>
                </a:lnTo>
                <a:lnTo>
                  <a:pt x="4919264" y="1672558"/>
                </a:lnTo>
                <a:lnTo>
                  <a:pt x="4116831" y="2191063"/>
                </a:lnTo>
                <a:lnTo>
                  <a:pt x="3750491" y="2843349"/>
                </a:lnTo>
                <a:lnTo>
                  <a:pt x="2913193" y="3261501"/>
                </a:lnTo>
                <a:lnTo>
                  <a:pt x="2564309" y="4248298"/>
                </a:lnTo>
                <a:lnTo>
                  <a:pt x="697767" y="4766803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08" name="Google Shape;308;p23"/>
          <p:cNvSpPr txBox="1"/>
          <p:nvPr>
            <p:ph type="title"/>
          </p:nvPr>
        </p:nvSpPr>
        <p:spPr>
          <a:xfrm>
            <a:off x="581950" y="469450"/>
            <a:ext cx="41373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Els canvis de temperatura provoquen dilatacions i contraccions dels materials.</a:t>
            </a:r>
            <a:endParaRPr sz="2250"/>
          </a:p>
        </p:txBody>
      </p:sp>
      <p:sp>
        <p:nvSpPr>
          <p:cNvPr id="309" name="Google Shape;309;p23"/>
          <p:cNvSpPr txBox="1"/>
          <p:nvPr/>
        </p:nvSpPr>
        <p:spPr>
          <a:xfrm>
            <a:off x="525600" y="3499225"/>
            <a:ext cx="3038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476" lvl="0" marL="9525" marR="381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ca" sz="1500">
                <a:solidFill>
                  <a:srgbClr val="17466B"/>
                </a:solidFill>
              </a:rPr>
              <a:t>La calor excessiva pot reduir el rendiment i malmetre els equips.</a:t>
            </a:r>
            <a:endParaRPr b="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4207743" y="1200308"/>
            <a:ext cx="2809050" cy="2864645"/>
            <a:chOff x="4500212" y="1763345"/>
            <a:chExt cx="4126707" cy="4208380"/>
          </a:xfrm>
        </p:grpSpPr>
        <p:pic>
          <p:nvPicPr>
            <p:cNvPr id="311" name="Google Shape;31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67570" y="1763345"/>
              <a:ext cx="1459349" cy="1459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00212" y="4078200"/>
              <a:ext cx="1234249" cy="1893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5335400" y="3343475"/>
            <a:ext cx="386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550">
                <a:solidFill>
                  <a:srgbClr val="17466B"/>
                </a:solidFill>
              </a:rPr>
              <a:t>Cal mantenir els equips dins de les temperatures recomanades pel fabricant.</a:t>
            </a:r>
            <a:endParaRPr sz="1550">
              <a:solidFill>
                <a:srgbClr val="17466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24"/>
          <p:cNvGraphicFramePr/>
          <p:nvPr/>
        </p:nvGraphicFramePr>
        <p:xfrm>
          <a:off x="1110804" y="17920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{39CF10E1-1F89-41A5-873C-6C4DBDEABD33}</a:tableStyleId>
              </a:tblPr>
              <a:tblGrid>
                <a:gridCol w="2464475"/>
                <a:gridCol w="4833875"/>
              </a:tblGrid>
              <a:tr h="714225"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Component</a:t>
                      </a:r>
                      <a:endParaRPr b="1" u="none" cap="none" strike="noStrike">
                        <a:solidFill>
                          <a:schemeClr val="lt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E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Conseqüències de l'excés de calor</a:t>
                      </a:r>
                      <a:endParaRPr b="1" u="none" cap="none" strike="noStrike">
                        <a:solidFill>
                          <a:schemeClr val="lt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E9F"/>
                    </a:solidFill>
                  </a:tcPr>
                </a:tc>
              </a:tr>
              <a:tr h="714225"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Processador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Reducció del rendiment o apagada de protecció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4225"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Discs HDD i SSD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B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Errors de funcionament o possibles avaries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BCF1"/>
                    </a:solidFill>
                  </a:tcPr>
                </a:tc>
              </a:tr>
              <a:tr h="714225"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Servidors i equips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0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ca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Fallades i interrupcions del servei</a:t>
                      </a:r>
                      <a:endParaRPr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2000" marB="0" marR="0" marL="0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20" name="Google Shape;3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62" y="329566"/>
            <a:ext cx="993338" cy="99335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1394125" y="278600"/>
            <a:ext cx="7598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2000">
                <a:solidFill>
                  <a:srgbClr val="17466B"/>
                </a:solidFill>
              </a:rPr>
              <a:t>Quines conseqüències pot tenir un sobreescalfament?</a:t>
            </a:r>
            <a:endParaRPr b="1" sz="2000">
              <a:solidFill>
                <a:srgbClr val="17466B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sz="2000">
              <a:solidFill>
                <a:srgbClr val="17466B"/>
              </a:solidFill>
            </a:endParaRPr>
          </a:p>
        </p:txBody>
      </p:sp>
      <p:sp>
        <p:nvSpPr>
          <p:cNvPr id="322" name="Google Shape;322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/>
          <p:nvPr/>
        </p:nvSpPr>
        <p:spPr>
          <a:xfrm>
            <a:off x="3192185" y="1723360"/>
            <a:ext cx="2970428" cy="2895919"/>
          </a:xfrm>
          <a:custGeom>
            <a:rect b="b" l="l" r="r" t="t"/>
            <a:pathLst>
              <a:path extrusionOk="0" h="4766945" w="5425440">
                <a:moveTo>
                  <a:pt x="697767" y="4766803"/>
                </a:moveTo>
                <a:lnTo>
                  <a:pt x="139553" y="4281749"/>
                </a:lnTo>
                <a:lnTo>
                  <a:pt x="0" y="3345117"/>
                </a:lnTo>
                <a:lnTo>
                  <a:pt x="610559" y="2475386"/>
                </a:lnTo>
                <a:lnTo>
                  <a:pt x="1290870" y="1839814"/>
                </a:lnTo>
                <a:lnTo>
                  <a:pt x="2668974" y="869730"/>
                </a:lnTo>
                <a:lnTo>
                  <a:pt x="3279509" y="66902"/>
                </a:lnTo>
                <a:lnTo>
                  <a:pt x="4640157" y="0"/>
                </a:lnTo>
                <a:lnTo>
                  <a:pt x="5425134" y="886467"/>
                </a:lnTo>
                <a:lnTo>
                  <a:pt x="4919264" y="1672558"/>
                </a:lnTo>
                <a:lnTo>
                  <a:pt x="4116831" y="2191063"/>
                </a:lnTo>
                <a:lnTo>
                  <a:pt x="3750491" y="2843349"/>
                </a:lnTo>
                <a:lnTo>
                  <a:pt x="2913193" y="3261501"/>
                </a:lnTo>
                <a:lnTo>
                  <a:pt x="2564309" y="4248298"/>
                </a:lnTo>
                <a:lnTo>
                  <a:pt x="697767" y="4766803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2"/>
              <a:buFont typeface="Arial"/>
              <a:buNone/>
            </a:pPr>
            <a:r>
              <a:t/>
            </a:r>
            <a:endParaRPr b="0" i="0" sz="11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28" name="Google Shape;328;p25"/>
          <p:cNvSpPr txBox="1"/>
          <p:nvPr>
            <p:ph type="title"/>
          </p:nvPr>
        </p:nvSpPr>
        <p:spPr>
          <a:xfrm>
            <a:off x="625501" y="295300"/>
            <a:ext cx="73152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La humitat té efectes negatius tant si n’hi ha massa com si n’hi ha poca</a:t>
            </a:r>
            <a:endParaRPr sz="2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29" name="Google Shape;329;p25"/>
          <p:cNvGrpSpPr/>
          <p:nvPr/>
        </p:nvGrpSpPr>
        <p:grpSpPr>
          <a:xfrm>
            <a:off x="3478966" y="1846585"/>
            <a:ext cx="2300779" cy="2523337"/>
            <a:chOff x="4800628" y="1661275"/>
            <a:chExt cx="3683015" cy="4310450"/>
          </a:xfrm>
        </p:grpSpPr>
        <p:pic>
          <p:nvPicPr>
            <p:cNvPr id="330" name="Google Shape;33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00628" y="4078200"/>
              <a:ext cx="1234249" cy="189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74269" y="1661275"/>
              <a:ext cx="1309374" cy="13093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25"/>
          <p:cNvSpPr txBox="1"/>
          <p:nvPr/>
        </p:nvSpPr>
        <p:spPr>
          <a:xfrm>
            <a:off x="1644686" y="1723585"/>
            <a:ext cx="5970000" cy="28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 fontScale="62500" lnSpcReduction="20000"/>
          </a:bodyPr>
          <a:lstStyle/>
          <a:p>
            <a:pPr indent="-383484" lvl="0" marL="393070" marR="333630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61" u="none" cap="small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Hum</a:t>
            </a:r>
            <a:r>
              <a:rPr b="1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itat</a:t>
            </a: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861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3484" lvl="0" marL="393070" marR="333630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corrosi</a:t>
            </a:r>
            <a:r>
              <a:rPr b="0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ó </a:t>
            </a:r>
            <a:endParaRPr b="0" i="0" sz="2861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3484" lvl="0" marL="393070" marR="333630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curtcircuits</a:t>
            </a:r>
            <a:endParaRPr b="0" i="0" sz="2861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63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61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449836" marR="403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   Hum</a:t>
            </a:r>
            <a:r>
              <a:rPr b="1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itat</a:t>
            </a: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r>
              <a:rPr b="1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à</a:t>
            </a: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rregues</a:t>
            </a:r>
            <a:r>
              <a:rPr b="0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a" sz="2861" cap="small">
                <a:solidFill>
                  <a:srgbClr val="17466B"/>
                </a:solidFill>
              </a:rPr>
              <a:t>electro</a:t>
            </a: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b="0" i="0" lang="ca" sz="2861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à</a:t>
            </a:r>
            <a:r>
              <a:rPr b="0" i="0" lang="ca" sz="2861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ti</a:t>
            </a:r>
            <a:r>
              <a:rPr lang="ca" sz="2861" cap="small">
                <a:solidFill>
                  <a:srgbClr val="17466B"/>
                </a:solidFill>
              </a:rPr>
              <a:t>ques</a:t>
            </a:r>
            <a:endParaRPr b="0" i="0" sz="2861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3" name="Google Shape;33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/>
          <p:nvPr/>
        </p:nvSpPr>
        <p:spPr>
          <a:xfrm>
            <a:off x="3844402" y="1077554"/>
            <a:ext cx="3689299" cy="3241523"/>
          </a:xfrm>
          <a:custGeom>
            <a:rect b="b" l="l" r="r" t="t"/>
            <a:pathLst>
              <a:path extrusionOk="0" h="4766945" w="5425440">
                <a:moveTo>
                  <a:pt x="697767" y="4766803"/>
                </a:moveTo>
                <a:lnTo>
                  <a:pt x="139553" y="4281749"/>
                </a:lnTo>
                <a:lnTo>
                  <a:pt x="0" y="3345117"/>
                </a:lnTo>
                <a:lnTo>
                  <a:pt x="610559" y="2475386"/>
                </a:lnTo>
                <a:lnTo>
                  <a:pt x="1290870" y="1839814"/>
                </a:lnTo>
                <a:lnTo>
                  <a:pt x="2668974" y="869730"/>
                </a:lnTo>
                <a:lnTo>
                  <a:pt x="3279509" y="66902"/>
                </a:lnTo>
                <a:lnTo>
                  <a:pt x="4640157" y="0"/>
                </a:lnTo>
                <a:lnTo>
                  <a:pt x="5425134" y="886467"/>
                </a:lnTo>
                <a:lnTo>
                  <a:pt x="4919264" y="1672558"/>
                </a:lnTo>
                <a:lnTo>
                  <a:pt x="4116831" y="2191063"/>
                </a:lnTo>
                <a:lnTo>
                  <a:pt x="3750491" y="2843349"/>
                </a:lnTo>
                <a:lnTo>
                  <a:pt x="2913193" y="3261501"/>
                </a:lnTo>
                <a:lnTo>
                  <a:pt x="2564309" y="4248298"/>
                </a:lnTo>
                <a:lnTo>
                  <a:pt x="697767" y="4766803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39" name="Google Shape;339;p26"/>
          <p:cNvSpPr txBox="1"/>
          <p:nvPr>
            <p:ph type="ctrTitle"/>
          </p:nvPr>
        </p:nvSpPr>
        <p:spPr>
          <a:xfrm>
            <a:off x="779002" y="456200"/>
            <a:ext cx="38619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La pols fa que els sistemes informàtics no funcionin correctament</a:t>
            </a:r>
            <a:endParaRPr sz="2250"/>
          </a:p>
        </p:txBody>
      </p:sp>
      <p:grpSp>
        <p:nvGrpSpPr>
          <p:cNvPr id="340" name="Google Shape;340;p26"/>
          <p:cNvGrpSpPr/>
          <p:nvPr/>
        </p:nvGrpSpPr>
        <p:grpSpPr>
          <a:xfrm>
            <a:off x="4207743" y="1350831"/>
            <a:ext cx="2964790" cy="2714122"/>
            <a:chOff x="4500212" y="1984473"/>
            <a:chExt cx="4355502" cy="3987252"/>
          </a:xfrm>
        </p:grpSpPr>
        <p:pic>
          <p:nvPicPr>
            <p:cNvPr id="341" name="Google Shape;34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00212" y="4078200"/>
              <a:ext cx="1234249" cy="189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19848" y="1984473"/>
              <a:ext cx="1735866" cy="13093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26"/>
          <p:cNvSpPr txBox="1"/>
          <p:nvPr/>
        </p:nvSpPr>
        <p:spPr>
          <a:xfrm>
            <a:off x="6254754" y="3251458"/>
            <a:ext cx="17622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ca" sz="2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ca" sz="2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r>
              <a:rPr b="0" i="0" lang="ca" sz="2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2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arribar</a:t>
            </a:r>
            <a:r>
              <a:rPr b="0" i="0" lang="ca" sz="2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2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ca" sz="2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2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malmetre</a:t>
            </a:r>
            <a:r>
              <a:rPr b="0" i="0" lang="ca" sz="2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2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4" name="Google Shape;34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975" y="2767950"/>
            <a:ext cx="2735475" cy="20744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50" name="Google Shape;350;p27"/>
          <p:cNvSpPr txBox="1"/>
          <p:nvPr>
            <p:ph type="title"/>
          </p:nvPr>
        </p:nvSpPr>
        <p:spPr>
          <a:xfrm>
            <a:off x="559249" y="535725"/>
            <a:ext cx="53274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La climatització i la ventilació ajuden a mantenir unes condicions ambientals adequades.</a:t>
            </a:r>
            <a:endParaRPr sz="2250"/>
          </a:p>
        </p:txBody>
      </p:sp>
      <p:sp>
        <p:nvSpPr>
          <p:cNvPr id="351" name="Google Shape;351;p27"/>
          <p:cNvSpPr txBox="1"/>
          <p:nvPr/>
        </p:nvSpPr>
        <p:spPr>
          <a:xfrm>
            <a:off x="6178645" y="1237075"/>
            <a:ext cx="26103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21431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ca" sz="2200" cap="small">
                <a:solidFill>
                  <a:srgbClr val="17466B"/>
                </a:solidFill>
              </a:rPr>
              <a:t>regula la temperatura</a:t>
            </a:r>
            <a:endParaRPr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264350" y="3737150"/>
            <a:ext cx="3903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2400" cap="small">
                <a:solidFill>
                  <a:srgbClr val="17466B"/>
                </a:solidFill>
              </a:rPr>
              <a:t>Filtra part de la pols amb filtres adequats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4209073" y="3886255"/>
            <a:ext cx="725856" cy="450367"/>
          </a:xfrm>
          <a:custGeom>
            <a:rect b="b" l="l" r="r" t="t"/>
            <a:pathLst>
              <a:path extrusionOk="0" h="662304" w="1067435">
                <a:moveTo>
                  <a:pt x="0" y="661999"/>
                </a:moveTo>
                <a:lnTo>
                  <a:pt x="51595" y="644336"/>
                </a:lnTo>
                <a:lnTo>
                  <a:pt x="104462" y="628419"/>
                </a:lnTo>
                <a:lnTo>
                  <a:pt x="157585" y="612900"/>
                </a:lnTo>
                <a:lnTo>
                  <a:pt x="209947" y="596434"/>
                </a:lnTo>
                <a:lnTo>
                  <a:pt x="260532" y="577673"/>
                </a:lnTo>
                <a:lnTo>
                  <a:pt x="308325" y="555274"/>
                </a:lnTo>
                <a:lnTo>
                  <a:pt x="349222" y="529596"/>
                </a:lnTo>
                <a:lnTo>
                  <a:pt x="385494" y="499914"/>
                </a:lnTo>
                <a:lnTo>
                  <a:pt x="418256" y="467226"/>
                </a:lnTo>
                <a:lnTo>
                  <a:pt x="448622" y="432530"/>
                </a:lnTo>
                <a:lnTo>
                  <a:pt x="477708" y="396825"/>
                </a:lnTo>
                <a:lnTo>
                  <a:pt x="506629" y="361110"/>
                </a:lnTo>
                <a:lnTo>
                  <a:pt x="536500" y="326382"/>
                </a:lnTo>
                <a:lnTo>
                  <a:pt x="568436" y="293642"/>
                </a:lnTo>
                <a:lnTo>
                  <a:pt x="603551" y="263886"/>
                </a:lnTo>
                <a:lnTo>
                  <a:pt x="642962" y="238114"/>
                </a:lnTo>
                <a:lnTo>
                  <a:pt x="687782" y="217324"/>
                </a:lnTo>
                <a:lnTo>
                  <a:pt x="728413" y="205378"/>
                </a:lnTo>
                <a:lnTo>
                  <a:pt x="774663" y="196528"/>
                </a:lnTo>
                <a:lnTo>
                  <a:pt x="824200" y="189571"/>
                </a:lnTo>
                <a:lnTo>
                  <a:pt x="874695" y="183304"/>
                </a:lnTo>
                <a:lnTo>
                  <a:pt x="923817" y="176523"/>
                </a:lnTo>
                <a:lnTo>
                  <a:pt x="969233" y="168026"/>
                </a:lnTo>
                <a:lnTo>
                  <a:pt x="1008615" y="156608"/>
                </a:lnTo>
                <a:lnTo>
                  <a:pt x="1059949" y="120197"/>
                </a:lnTo>
                <a:lnTo>
                  <a:pt x="1067239" y="92799"/>
                </a:lnTo>
                <a:lnTo>
                  <a:pt x="1055415" y="67405"/>
                </a:lnTo>
                <a:lnTo>
                  <a:pt x="1024921" y="42938"/>
                </a:lnTo>
                <a:lnTo>
                  <a:pt x="983224" y="21889"/>
                </a:lnTo>
                <a:lnTo>
                  <a:pt x="937793" y="6747"/>
                </a:lnTo>
                <a:lnTo>
                  <a:pt x="896097" y="0"/>
                </a:lnTo>
                <a:lnTo>
                  <a:pt x="865602" y="4137"/>
                </a:lnTo>
                <a:lnTo>
                  <a:pt x="853778" y="21649"/>
                </a:lnTo>
                <a:lnTo>
                  <a:pt x="865602" y="42595"/>
                </a:lnTo>
                <a:lnTo>
                  <a:pt x="896097" y="55302"/>
                </a:lnTo>
                <a:lnTo>
                  <a:pt x="937793" y="63066"/>
                </a:lnTo>
                <a:lnTo>
                  <a:pt x="983224" y="69182"/>
                </a:lnTo>
                <a:lnTo>
                  <a:pt x="1024921" y="76945"/>
                </a:lnTo>
                <a:lnTo>
                  <a:pt x="1055415" y="89652"/>
                </a:lnTo>
                <a:lnTo>
                  <a:pt x="1067239" y="110599"/>
                </a:lnTo>
                <a:lnTo>
                  <a:pt x="1059164" y="154430"/>
                </a:lnTo>
                <a:lnTo>
                  <a:pt x="1037322" y="196432"/>
                </a:lnTo>
                <a:lnTo>
                  <a:pt x="1005288" y="236082"/>
                </a:lnTo>
                <a:lnTo>
                  <a:pt x="966636" y="272861"/>
                </a:lnTo>
                <a:lnTo>
                  <a:pt x="924943" y="306249"/>
                </a:lnTo>
              </a:path>
            </a:pathLst>
          </a:custGeom>
          <a:noFill/>
          <a:ln cap="flat" cmpd="sng" w="76200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4461892" y="2505314"/>
            <a:ext cx="484048" cy="204241"/>
          </a:xfrm>
          <a:custGeom>
            <a:rect b="b" l="l" r="r" t="t"/>
            <a:pathLst>
              <a:path extrusionOk="0" h="300354" w="711835">
                <a:moveTo>
                  <a:pt x="0" y="72505"/>
                </a:moveTo>
                <a:lnTo>
                  <a:pt x="42131" y="53049"/>
                </a:lnTo>
                <a:lnTo>
                  <a:pt x="86203" y="35964"/>
                </a:lnTo>
                <a:lnTo>
                  <a:pt x="131740" y="21683"/>
                </a:lnTo>
                <a:lnTo>
                  <a:pt x="178266" y="10640"/>
                </a:lnTo>
                <a:lnTo>
                  <a:pt x="225307" y="3268"/>
                </a:lnTo>
                <a:lnTo>
                  <a:pt x="272386" y="0"/>
                </a:lnTo>
                <a:lnTo>
                  <a:pt x="319028" y="1269"/>
                </a:lnTo>
                <a:lnTo>
                  <a:pt x="364758" y="7510"/>
                </a:lnTo>
                <a:lnTo>
                  <a:pt x="409099" y="19155"/>
                </a:lnTo>
                <a:lnTo>
                  <a:pt x="448929" y="40751"/>
                </a:lnTo>
                <a:lnTo>
                  <a:pt x="480819" y="73641"/>
                </a:lnTo>
                <a:lnTo>
                  <a:pt x="506780" y="114438"/>
                </a:lnTo>
                <a:lnTo>
                  <a:pt x="528823" y="159752"/>
                </a:lnTo>
                <a:lnTo>
                  <a:pt x="548959" y="206196"/>
                </a:lnTo>
                <a:lnTo>
                  <a:pt x="569199" y="250380"/>
                </a:lnTo>
                <a:lnTo>
                  <a:pt x="583694" y="261879"/>
                </a:lnTo>
                <a:lnTo>
                  <a:pt x="605127" y="269669"/>
                </a:lnTo>
                <a:lnTo>
                  <a:pt x="621934" y="276709"/>
                </a:lnTo>
                <a:lnTo>
                  <a:pt x="622549" y="285955"/>
                </a:lnTo>
                <a:lnTo>
                  <a:pt x="592761" y="299928"/>
                </a:lnTo>
                <a:lnTo>
                  <a:pt x="556023" y="297127"/>
                </a:lnTo>
                <a:lnTo>
                  <a:pt x="515811" y="285942"/>
                </a:lnTo>
                <a:lnTo>
                  <a:pt x="475603" y="274759"/>
                </a:lnTo>
                <a:lnTo>
                  <a:pt x="438874" y="271967"/>
                </a:lnTo>
                <a:lnTo>
                  <a:pt x="409099" y="285955"/>
                </a:lnTo>
                <a:lnTo>
                  <a:pt x="410168" y="296575"/>
                </a:lnTo>
                <a:lnTo>
                  <a:pt x="439695" y="295395"/>
                </a:lnTo>
                <a:lnTo>
                  <a:pt x="480606" y="289495"/>
                </a:lnTo>
                <a:lnTo>
                  <a:pt x="515824" y="285955"/>
                </a:lnTo>
                <a:lnTo>
                  <a:pt x="555438" y="278233"/>
                </a:lnTo>
                <a:lnTo>
                  <a:pt x="590757" y="257687"/>
                </a:lnTo>
                <a:lnTo>
                  <a:pt x="622902" y="228247"/>
                </a:lnTo>
                <a:lnTo>
                  <a:pt x="652993" y="193846"/>
                </a:lnTo>
                <a:lnTo>
                  <a:pt x="682152" y="158413"/>
                </a:lnTo>
                <a:lnTo>
                  <a:pt x="711499" y="125880"/>
                </a:lnTo>
              </a:path>
            </a:pathLst>
          </a:custGeom>
          <a:noFill/>
          <a:ln cap="flat" cmpd="sng" w="76200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5478920" y="1828217"/>
            <a:ext cx="629133" cy="830783"/>
          </a:xfrm>
          <a:custGeom>
            <a:rect b="b" l="l" r="r" t="t"/>
            <a:pathLst>
              <a:path extrusionOk="0" h="1221739" w="925195">
                <a:moveTo>
                  <a:pt x="924949" y="0"/>
                </a:moveTo>
                <a:lnTo>
                  <a:pt x="880629" y="2360"/>
                </a:lnTo>
                <a:lnTo>
                  <a:pt x="837392" y="9270"/>
                </a:lnTo>
                <a:lnTo>
                  <a:pt x="795257" y="20470"/>
                </a:lnTo>
                <a:lnTo>
                  <a:pt x="754243" y="35702"/>
                </a:lnTo>
                <a:lnTo>
                  <a:pt x="714369" y="54707"/>
                </a:lnTo>
                <a:lnTo>
                  <a:pt x="675655" y="77227"/>
                </a:lnTo>
                <a:lnTo>
                  <a:pt x="638120" y="103002"/>
                </a:lnTo>
                <a:lnTo>
                  <a:pt x="601782" y="131773"/>
                </a:lnTo>
                <a:lnTo>
                  <a:pt x="566661" y="163283"/>
                </a:lnTo>
                <a:lnTo>
                  <a:pt x="532776" y="197273"/>
                </a:lnTo>
                <a:lnTo>
                  <a:pt x="500147" y="233484"/>
                </a:lnTo>
                <a:lnTo>
                  <a:pt x="468791" y="271656"/>
                </a:lnTo>
                <a:lnTo>
                  <a:pt x="438729" y="311533"/>
                </a:lnTo>
                <a:lnTo>
                  <a:pt x="409979" y="352854"/>
                </a:lnTo>
                <a:lnTo>
                  <a:pt x="382561" y="395361"/>
                </a:lnTo>
                <a:lnTo>
                  <a:pt x="356494" y="438795"/>
                </a:lnTo>
                <a:lnTo>
                  <a:pt x="331797" y="482898"/>
                </a:lnTo>
                <a:lnTo>
                  <a:pt x="308488" y="527412"/>
                </a:lnTo>
                <a:lnTo>
                  <a:pt x="286588" y="572076"/>
                </a:lnTo>
                <a:lnTo>
                  <a:pt x="266114" y="616634"/>
                </a:lnTo>
                <a:lnTo>
                  <a:pt x="247088" y="660825"/>
                </a:lnTo>
                <a:lnTo>
                  <a:pt x="229526" y="704391"/>
                </a:lnTo>
                <a:lnTo>
                  <a:pt x="213449" y="747074"/>
                </a:lnTo>
                <a:lnTo>
                  <a:pt x="195826" y="796606"/>
                </a:lnTo>
                <a:lnTo>
                  <a:pt x="179013" y="846466"/>
                </a:lnTo>
                <a:lnTo>
                  <a:pt x="163244" y="896669"/>
                </a:lnTo>
                <a:lnTo>
                  <a:pt x="148747" y="947228"/>
                </a:lnTo>
                <a:lnTo>
                  <a:pt x="135756" y="998159"/>
                </a:lnTo>
                <a:lnTo>
                  <a:pt x="124499" y="1049474"/>
                </a:lnTo>
                <a:lnTo>
                  <a:pt x="120390" y="1090414"/>
                </a:lnTo>
                <a:lnTo>
                  <a:pt x="118474" y="1140106"/>
                </a:lnTo>
                <a:lnTo>
                  <a:pt x="115054" y="1185336"/>
                </a:lnTo>
                <a:lnTo>
                  <a:pt x="106436" y="1212889"/>
                </a:lnTo>
                <a:lnTo>
                  <a:pt x="88924" y="1209549"/>
                </a:lnTo>
                <a:lnTo>
                  <a:pt x="58748" y="1173821"/>
                </a:lnTo>
                <a:lnTo>
                  <a:pt x="34078" y="1133069"/>
                </a:lnTo>
                <a:lnTo>
                  <a:pt x="15605" y="1088835"/>
                </a:lnTo>
                <a:lnTo>
                  <a:pt x="4016" y="1042664"/>
                </a:lnTo>
                <a:lnTo>
                  <a:pt x="0" y="996099"/>
                </a:lnTo>
                <a:lnTo>
                  <a:pt x="1676" y="990699"/>
                </a:lnTo>
                <a:lnTo>
                  <a:pt x="5951" y="999576"/>
                </a:lnTo>
                <a:lnTo>
                  <a:pt x="11694" y="1015609"/>
                </a:lnTo>
                <a:lnTo>
                  <a:pt x="17774" y="1031674"/>
                </a:lnTo>
                <a:lnTo>
                  <a:pt x="32416" y="1070202"/>
                </a:lnTo>
                <a:lnTo>
                  <a:pt x="43635" y="1110068"/>
                </a:lnTo>
                <a:lnTo>
                  <a:pt x="50818" y="1150762"/>
                </a:lnTo>
                <a:lnTo>
                  <a:pt x="53349" y="1191774"/>
                </a:lnTo>
                <a:lnTo>
                  <a:pt x="61094" y="1215523"/>
                </a:lnTo>
                <a:lnTo>
                  <a:pt x="82286" y="1221700"/>
                </a:lnTo>
                <a:lnTo>
                  <a:pt x="113859" y="1214746"/>
                </a:lnTo>
                <a:lnTo>
                  <a:pt x="152748" y="1199101"/>
                </a:lnTo>
                <a:lnTo>
                  <a:pt x="195889" y="1179204"/>
                </a:lnTo>
                <a:lnTo>
                  <a:pt x="240217" y="1159495"/>
                </a:lnTo>
                <a:lnTo>
                  <a:pt x="282667" y="1144413"/>
                </a:lnTo>
                <a:lnTo>
                  <a:pt x="320174" y="1138399"/>
                </a:lnTo>
              </a:path>
            </a:pathLst>
          </a:custGeom>
          <a:noFill/>
          <a:ln cap="flat" cmpd="sng" w="76200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1193350" y="2049950"/>
            <a:ext cx="34632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5257" lvl="0" marL="672943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300" cap="small">
                <a:solidFill>
                  <a:srgbClr val="17466B"/>
                </a:solidFill>
              </a:rPr>
              <a:t>ajuda a </a:t>
            </a:r>
            <a:r>
              <a:rPr lang="ca" sz="2300" cap="small">
                <a:solidFill>
                  <a:srgbClr val="17466B"/>
                </a:solidFill>
              </a:rPr>
              <a:t>controlar</a:t>
            </a:r>
            <a:r>
              <a:rPr lang="ca" sz="2300">
                <a:solidFill>
                  <a:srgbClr val="17466B"/>
                </a:solidFill>
              </a:rPr>
              <a:t> </a:t>
            </a:r>
            <a:r>
              <a:rPr lang="ca" sz="2300" cap="small">
                <a:solidFill>
                  <a:srgbClr val="17466B"/>
                </a:solidFill>
              </a:rPr>
              <a:t>la</a:t>
            </a:r>
            <a:r>
              <a:rPr lang="ca" sz="2300">
                <a:solidFill>
                  <a:srgbClr val="17466B"/>
                </a:solidFill>
              </a:rPr>
              <a:t> </a:t>
            </a:r>
            <a:r>
              <a:rPr lang="ca" sz="2300" cap="small">
                <a:solidFill>
                  <a:srgbClr val="17466B"/>
                </a:solidFill>
              </a:rPr>
              <a:t>humitat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62" name="Google Shape;362;p28"/>
          <p:cNvSpPr txBox="1"/>
          <p:nvPr>
            <p:ph type="title"/>
          </p:nvPr>
        </p:nvSpPr>
        <p:spPr>
          <a:xfrm>
            <a:off x="1037952" y="1280025"/>
            <a:ext cx="28599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Com protegir-se dels </a:t>
            </a:r>
            <a:r>
              <a:rPr b="1" lang="ca" sz="27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desastres</a:t>
            </a:r>
            <a:endParaRPr sz="27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3" name="Google Shape;3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852" y="906732"/>
            <a:ext cx="2008968" cy="200896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9"/>
          <p:cNvGrpSpPr/>
          <p:nvPr/>
        </p:nvGrpSpPr>
        <p:grpSpPr>
          <a:xfrm>
            <a:off x="5966749" y="790831"/>
            <a:ext cx="2948985" cy="3291676"/>
            <a:chOff x="6350124" y="2027775"/>
            <a:chExt cx="3060065" cy="3415665"/>
          </a:xfrm>
        </p:grpSpPr>
        <p:sp>
          <p:nvSpPr>
            <p:cNvPr id="370" name="Google Shape;370;p29"/>
            <p:cNvSpPr/>
            <p:nvPr/>
          </p:nvSpPr>
          <p:spPr>
            <a:xfrm>
              <a:off x="6350124" y="2027775"/>
              <a:ext cx="3060065" cy="3415665"/>
            </a:xfrm>
            <a:custGeom>
              <a:rect b="b" l="l" r="r" t="t"/>
              <a:pathLst>
                <a:path extrusionOk="0" h="3415665" w="3060065">
                  <a:moveTo>
                    <a:pt x="2312374" y="3415199"/>
                  </a:moveTo>
                  <a:lnTo>
                    <a:pt x="533624" y="2970499"/>
                  </a:lnTo>
                  <a:lnTo>
                    <a:pt x="0" y="2454674"/>
                  </a:lnTo>
                  <a:lnTo>
                    <a:pt x="586999" y="658124"/>
                  </a:lnTo>
                  <a:lnTo>
                    <a:pt x="1565299" y="0"/>
                  </a:lnTo>
                  <a:lnTo>
                    <a:pt x="2436874" y="444674"/>
                  </a:lnTo>
                  <a:lnTo>
                    <a:pt x="3059449" y="1672024"/>
                  </a:lnTo>
                  <a:lnTo>
                    <a:pt x="2650324" y="2739274"/>
                  </a:lnTo>
                  <a:lnTo>
                    <a:pt x="2312374" y="3415199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6"/>
                <a:buFont typeface="Arial"/>
                <a:buNone/>
              </a:pPr>
              <a:r>
                <a:t/>
              </a:r>
              <a:endParaRPr b="0" i="0" sz="14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1" name="Google Shape;37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41600" y="2512837"/>
              <a:ext cx="2251950" cy="253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2" name="Google Shape;372;p29"/>
          <p:cNvSpPr txBox="1"/>
          <p:nvPr/>
        </p:nvSpPr>
        <p:spPr>
          <a:xfrm>
            <a:off x="758027" y="535725"/>
            <a:ext cx="5208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9858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21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El foc és un dels desastres que causa més danys</a:t>
            </a:r>
            <a:endParaRPr b="0" i="0" sz="21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2150"/>
              <a:buFont typeface="Arial"/>
              <a:buChar char="●"/>
            </a:pPr>
            <a:r>
              <a:rPr b="1" i="0" lang="ca" sz="21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Pèrdua de dades i equipaments</a:t>
            </a:r>
            <a:endParaRPr b="0" i="0" sz="21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marR="27574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2150"/>
              <a:buFont typeface="Arial"/>
              <a:buChar char="●"/>
            </a:pPr>
            <a:r>
              <a:rPr b="1" i="0" lang="ca" sz="21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Perill per la seguretat de les persones</a:t>
            </a:r>
            <a:endParaRPr b="0" i="0" sz="21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marR="98869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2150"/>
              <a:buFont typeface="Arial"/>
              <a:buChar char="●"/>
            </a:pPr>
            <a:r>
              <a:rPr b="1" i="0" lang="ca" sz="21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Aturada de l'empresa</a:t>
            </a:r>
            <a:endParaRPr b="0" i="0" sz="21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3" name="Google Shape;37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/>
        </p:nvSpPr>
        <p:spPr>
          <a:xfrm>
            <a:off x="5331126" y="1216075"/>
            <a:ext cx="3225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ca" sz="24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ca" sz="24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emperatura / calor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2814273" y="3535000"/>
            <a:ext cx="1244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ca" sz="2400" cap="small">
                <a:solidFill>
                  <a:srgbClr val="17466B"/>
                </a:solidFill>
              </a:rPr>
              <a:t>Pols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sp>
        <p:nvSpPr>
          <p:cNvPr descr="$PPTXTitle" id="380" name="Google Shape;380;p30"/>
          <p:cNvSpPr txBox="1"/>
          <p:nvPr>
            <p:ph type="title"/>
          </p:nvPr>
        </p:nvSpPr>
        <p:spPr>
          <a:xfrm>
            <a:off x="528950" y="475200"/>
            <a:ext cx="52641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</a:rPr>
              <a:t>Un incendi genera calor, fum i residus que poden danyar els equips.</a:t>
            </a:r>
            <a:endParaRPr sz="2250"/>
          </a:p>
        </p:txBody>
      </p:sp>
      <p:sp>
        <p:nvSpPr>
          <p:cNvPr id="381" name="Google Shape;381;p30"/>
          <p:cNvSpPr txBox="1"/>
          <p:nvPr/>
        </p:nvSpPr>
        <p:spPr>
          <a:xfrm>
            <a:off x="2483500" y="2147225"/>
            <a:ext cx="134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5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400" cap="small">
                <a:solidFill>
                  <a:srgbClr val="17466B"/>
                </a:solidFill>
              </a:rPr>
              <a:t>Cendra</a:t>
            </a:r>
            <a:endParaRPr b="1"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2" name="Google Shape;3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950" y="1944100"/>
            <a:ext cx="4681225" cy="26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/>
          <p:nvPr/>
        </p:nvSpPr>
        <p:spPr>
          <a:xfrm>
            <a:off x="943551" y="3379124"/>
            <a:ext cx="1824428" cy="1531762"/>
          </a:xfrm>
          <a:custGeom>
            <a:rect b="b" l="l" r="r" t="t"/>
            <a:pathLst>
              <a:path extrusionOk="0" h="1725929" w="1654810">
                <a:moveTo>
                  <a:pt x="942749" y="1725399"/>
                </a:moveTo>
                <a:lnTo>
                  <a:pt x="337974" y="1511949"/>
                </a:lnTo>
                <a:lnTo>
                  <a:pt x="53374" y="1334074"/>
                </a:lnTo>
                <a:lnTo>
                  <a:pt x="17799" y="1031674"/>
                </a:lnTo>
                <a:lnTo>
                  <a:pt x="0" y="640349"/>
                </a:lnTo>
                <a:lnTo>
                  <a:pt x="249024" y="177874"/>
                </a:lnTo>
                <a:lnTo>
                  <a:pt x="782649" y="0"/>
                </a:lnTo>
                <a:lnTo>
                  <a:pt x="1298499" y="177874"/>
                </a:lnTo>
                <a:lnTo>
                  <a:pt x="1422999" y="337974"/>
                </a:lnTo>
                <a:lnTo>
                  <a:pt x="1565299" y="658149"/>
                </a:lnTo>
                <a:lnTo>
                  <a:pt x="1654249" y="942749"/>
                </a:lnTo>
                <a:lnTo>
                  <a:pt x="1636449" y="1245124"/>
                </a:lnTo>
                <a:lnTo>
                  <a:pt x="1547524" y="1476374"/>
                </a:lnTo>
                <a:lnTo>
                  <a:pt x="1298499" y="1618674"/>
                </a:lnTo>
                <a:lnTo>
                  <a:pt x="942749" y="17253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3"/>
              <a:buFont typeface="Arial"/>
              <a:buNone/>
            </a:pPr>
            <a:r>
              <a:t/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142" y="3524263"/>
            <a:ext cx="1315234" cy="148002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1"/>
          <p:cNvSpPr/>
          <p:nvPr/>
        </p:nvSpPr>
        <p:spPr>
          <a:xfrm>
            <a:off x="2687025" y="3111525"/>
            <a:ext cx="3545605" cy="1191435"/>
          </a:xfrm>
          <a:custGeom>
            <a:rect b="b" l="l" r="r" t="t"/>
            <a:pathLst>
              <a:path extrusionOk="0" h="1708150" w="4589780">
                <a:moveTo>
                  <a:pt x="0" y="1138387"/>
                </a:moveTo>
                <a:lnTo>
                  <a:pt x="38466" y="1108029"/>
                </a:lnTo>
                <a:lnTo>
                  <a:pt x="75706" y="1075600"/>
                </a:lnTo>
                <a:lnTo>
                  <a:pt x="111630" y="1041226"/>
                </a:lnTo>
                <a:lnTo>
                  <a:pt x="146151" y="1005036"/>
                </a:lnTo>
                <a:lnTo>
                  <a:pt x="179180" y="967155"/>
                </a:lnTo>
                <a:lnTo>
                  <a:pt x="210628" y="927710"/>
                </a:lnTo>
                <a:lnTo>
                  <a:pt x="240407" y="886829"/>
                </a:lnTo>
                <a:lnTo>
                  <a:pt x="268428" y="844637"/>
                </a:lnTo>
                <a:lnTo>
                  <a:pt x="294602" y="801262"/>
                </a:lnTo>
                <a:lnTo>
                  <a:pt x="318842" y="756831"/>
                </a:lnTo>
                <a:lnTo>
                  <a:pt x="341058" y="711471"/>
                </a:lnTo>
                <a:lnTo>
                  <a:pt x="361161" y="665307"/>
                </a:lnTo>
                <a:lnTo>
                  <a:pt x="379065" y="618468"/>
                </a:lnTo>
                <a:lnTo>
                  <a:pt x="394679" y="571080"/>
                </a:lnTo>
                <a:lnTo>
                  <a:pt x="407915" y="523269"/>
                </a:lnTo>
                <a:lnTo>
                  <a:pt x="418685" y="475162"/>
                </a:lnTo>
                <a:lnTo>
                  <a:pt x="426899" y="426887"/>
                </a:lnTo>
                <a:lnTo>
                  <a:pt x="435156" y="377164"/>
                </a:lnTo>
                <a:lnTo>
                  <a:pt x="444549" y="327521"/>
                </a:lnTo>
                <a:lnTo>
                  <a:pt x="453370" y="277837"/>
                </a:lnTo>
                <a:lnTo>
                  <a:pt x="459914" y="227991"/>
                </a:lnTo>
                <a:lnTo>
                  <a:pt x="462474" y="177862"/>
                </a:lnTo>
                <a:lnTo>
                  <a:pt x="468141" y="142161"/>
                </a:lnTo>
                <a:lnTo>
                  <a:pt x="480185" y="99484"/>
                </a:lnTo>
                <a:lnTo>
                  <a:pt x="491174" y="60428"/>
                </a:lnTo>
                <a:lnTo>
                  <a:pt x="493673" y="35589"/>
                </a:lnTo>
                <a:lnTo>
                  <a:pt x="480249" y="35562"/>
                </a:lnTo>
                <a:lnTo>
                  <a:pt x="442398" y="68144"/>
                </a:lnTo>
                <a:lnTo>
                  <a:pt x="410774" y="107473"/>
                </a:lnTo>
                <a:lnTo>
                  <a:pt x="382067" y="150079"/>
                </a:lnTo>
                <a:lnTo>
                  <a:pt x="352970" y="192490"/>
                </a:lnTo>
                <a:lnTo>
                  <a:pt x="320174" y="231237"/>
                </a:lnTo>
                <a:lnTo>
                  <a:pt x="301832" y="249581"/>
                </a:lnTo>
                <a:lnTo>
                  <a:pt x="280152" y="271258"/>
                </a:lnTo>
                <a:lnTo>
                  <a:pt x="265139" y="286262"/>
                </a:lnTo>
                <a:lnTo>
                  <a:pt x="266799" y="284587"/>
                </a:lnTo>
                <a:lnTo>
                  <a:pt x="300501" y="250540"/>
                </a:lnTo>
                <a:lnTo>
                  <a:pt x="333723" y="215971"/>
                </a:lnTo>
                <a:lnTo>
                  <a:pt x="366104" y="180639"/>
                </a:lnTo>
                <a:lnTo>
                  <a:pt x="397284" y="144300"/>
                </a:lnTo>
                <a:lnTo>
                  <a:pt x="426899" y="106712"/>
                </a:lnTo>
                <a:lnTo>
                  <a:pt x="452383" y="54383"/>
                </a:lnTo>
                <a:lnTo>
                  <a:pt x="465571" y="34501"/>
                </a:lnTo>
                <a:lnTo>
                  <a:pt x="480249" y="35562"/>
                </a:lnTo>
                <a:lnTo>
                  <a:pt x="512527" y="71793"/>
                </a:lnTo>
                <a:lnTo>
                  <a:pt x="541646" y="110797"/>
                </a:lnTo>
                <a:lnTo>
                  <a:pt x="569187" y="151187"/>
                </a:lnTo>
                <a:lnTo>
                  <a:pt x="596728" y="191577"/>
                </a:lnTo>
                <a:lnTo>
                  <a:pt x="625847" y="230581"/>
                </a:lnTo>
                <a:lnTo>
                  <a:pt x="658124" y="266812"/>
                </a:lnTo>
              </a:path>
              <a:path extrusionOk="0" h="1708150" w="4589780">
                <a:moveTo>
                  <a:pt x="231224" y="1707599"/>
                </a:moveTo>
                <a:lnTo>
                  <a:pt x="281198" y="1702212"/>
                </a:lnTo>
                <a:lnTo>
                  <a:pt x="331211" y="1697127"/>
                </a:lnTo>
                <a:lnTo>
                  <a:pt x="381260" y="1692326"/>
                </a:lnTo>
                <a:lnTo>
                  <a:pt x="431343" y="1687790"/>
                </a:lnTo>
                <a:lnTo>
                  <a:pt x="481458" y="1683500"/>
                </a:lnTo>
                <a:lnTo>
                  <a:pt x="531602" y="1679436"/>
                </a:lnTo>
                <a:lnTo>
                  <a:pt x="581772" y="1675578"/>
                </a:lnTo>
                <a:lnTo>
                  <a:pt x="631965" y="1671908"/>
                </a:lnTo>
                <a:lnTo>
                  <a:pt x="682180" y="1668407"/>
                </a:lnTo>
                <a:lnTo>
                  <a:pt x="732413" y="1665055"/>
                </a:lnTo>
                <a:lnTo>
                  <a:pt x="782663" y="1661832"/>
                </a:lnTo>
                <a:lnTo>
                  <a:pt x="832925" y="1658721"/>
                </a:lnTo>
                <a:lnTo>
                  <a:pt x="883198" y="1655700"/>
                </a:lnTo>
                <a:lnTo>
                  <a:pt x="933480" y="1652752"/>
                </a:lnTo>
                <a:lnTo>
                  <a:pt x="983766" y="1649856"/>
                </a:lnTo>
                <a:lnTo>
                  <a:pt x="1034056" y="1646994"/>
                </a:lnTo>
                <a:lnTo>
                  <a:pt x="1084346" y="1644145"/>
                </a:lnTo>
                <a:lnTo>
                  <a:pt x="1134634" y="1641292"/>
                </a:lnTo>
                <a:lnTo>
                  <a:pt x="1184917" y="1638415"/>
                </a:lnTo>
                <a:lnTo>
                  <a:pt x="1235193" y="1635494"/>
                </a:lnTo>
                <a:lnTo>
                  <a:pt x="1285459" y="1632510"/>
                </a:lnTo>
                <a:lnTo>
                  <a:pt x="1335712" y="1629444"/>
                </a:lnTo>
                <a:lnTo>
                  <a:pt x="1385950" y="1626276"/>
                </a:lnTo>
                <a:lnTo>
                  <a:pt x="1436170" y="1622988"/>
                </a:lnTo>
                <a:lnTo>
                  <a:pt x="1486369" y="1619560"/>
                </a:lnTo>
                <a:lnTo>
                  <a:pt x="1536546" y="1615972"/>
                </a:lnTo>
                <a:lnTo>
                  <a:pt x="1586697" y="1612206"/>
                </a:lnTo>
                <a:lnTo>
                  <a:pt x="1636820" y="1608243"/>
                </a:lnTo>
                <a:lnTo>
                  <a:pt x="1686913" y="1604062"/>
                </a:lnTo>
                <a:lnTo>
                  <a:pt x="1736972" y="1599645"/>
                </a:lnTo>
                <a:lnTo>
                  <a:pt x="1786995" y="1594972"/>
                </a:lnTo>
                <a:lnTo>
                  <a:pt x="1836979" y="1590025"/>
                </a:lnTo>
                <a:lnTo>
                  <a:pt x="1886922" y="1584783"/>
                </a:lnTo>
                <a:lnTo>
                  <a:pt x="1936822" y="1579228"/>
                </a:lnTo>
                <a:lnTo>
                  <a:pt x="1986675" y="1573340"/>
                </a:lnTo>
                <a:lnTo>
                  <a:pt x="2036480" y="1567100"/>
                </a:lnTo>
                <a:lnTo>
                  <a:pt x="2086233" y="1560490"/>
                </a:lnTo>
                <a:lnTo>
                  <a:pt x="2135932" y="1553488"/>
                </a:lnTo>
                <a:lnTo>
                  <a:pt x="2185574" y="1546077"/>
                </a:lnTo>
                <a:lnTo>
                  <a:pt x="2235157" y="1538237"/>
                </a:lnTo>
                <a:lnTo>
                  <a:pt x="2284678" y="1529948"/>
                </a:lnTo>
                <a:lnTo>
                  <a:pt x="2334135" y="1521192"/>
                </a:lnTo>
                <a:lnTo>
                  <a:pt x="2383524" y="1511949"/>
                </a:lnTo>
                <a:lnTo>
                  <a:pt x="2432979" y="1502065"/>
                </a:lnTo>
                <a:lnTo>
                  <a:pt x="2482294" y="1491474"/>
                </a:lnTo>
                <a:lnTo>
                  <a:pt x="2531468" y="1480194"/>
                </a:lnTo>
                <a:lnTo>
                  <a:pt x="2580499" y="1468242"/>
                </a:lnTo>
                <a:lnTo>
                  <a:pt x="2629384" y="1455638"/>
                </a:lnTo>
                <a:lnTo>
                  <a:pt x="2678123" y="1442399"/>
                </a:lnTo>
                <a:lnTo>
                  <a:pt x="2726712" y="1428543"/>
                </a:lnTo>
                <a:lnTo>
                  <a:pt x="2775151" y="1414088"/>
                </a:lnTo>
                <a:lnTo>
                  <a:pt x="2823436" y="1399052"/>
                </a:lnTo>
                <a:lnTo>
                  <a:pt x="2871567" y="1383452"/>
                </a:lnTo>
                <a:lnTo>
                  <a:pt x="2919541" y="1367307"/>
                </a:lnTo>
                <a:lnTo>
                  <a:pt x="2967356" y="1350635"/>
                </a:lnTo>
                <a:lnTo>
                  <a:pt x="3015011" y="1333453"/>
                </a:lnTo>
                <a:lnTo>
                  <a:pt x="3062503" y="1315780"/>
                </a:lnTo>
                <a:lnTo>
                  <a:pt x="3109830" y="1297633"/>
                </a:lnTo>
                <a:lnTo>
                  <a:pt x="3156991" y="1279031"/>
                </a:lnTo>
                <a:lnTo>
                  <a:pt x="3203984" y="1259991"/>
                </a:lnTo>
                <a:lnTo>
                  <a:pt x="3250806" y="1240532"/>
                </a:lnTo>
                <a:lnTo>
                  <a:pt x="3297456" y="1220671"/>
                </a:lnTo>
                <a:lnTo>
                  <a:pt x="3343932" y="1200426"/>
                </a:lnTo>
                <a:lnTo>
                  <a:pt x="3390232" y="1179815"/>
                </a:lnTo>
                <a:lnTo>
                  <a:pt x="3436354" y="1158857"/>
                </a:lnTo>
                <a:lnTo>
                  <a:pt x="3482296" y="1137569"/>
                </a:lnTo>
                <a:lnTo>
                  <a:pt x="3528056" y="1115968"/>
                </a:lnTo>
                <a:lnTo>
                  <a:pt x="3573632" y="1094074"/>
                </a:lnTo>
                <a:lnTo>
                  <a:pt x="3619022" y="1071903"/>
                </a:lnTo>
                <a:lnTo>
                  <a:pt x="3664224" y="1049474"/>
                </a:lnTo>
                <a:lnTo>
                  <a:pt x="3708073" y="1026173"/>
                </a:lnTo>
                <a:lnTo>
                  <a:pt x="3750657" y="1000834"/>
                </a:lnTo>
                <a:lnTo>
                  <a:pt x="3792021" y="973573"/>
                </a:lnTo>
                <a:lnTo>
                  <a:pt x="3832206" y="944503"/>
                </a:lnTo>
                <a:lnTo>
                  <a:pt x="3871253" y="913739"/>
                </a:lnTo>
                <a:lnTo>
                  <a:pt x="3909206" y="881396"/>
                </a:lnTo>
                <a:lnTo>
                  <a:pt x="3946105" y="847589"/>
                </a:lnTo>
                <a:lnTo>
                  <a:pt x="3981994" y="812431"/>
                </a:lnTo>
                <a:lnTo>
                  <a:pt x="4016914" y="776037"/>
                </a:lnTo>
                <a:lnTo>
                  <a:pt x="4050908" y="738522"/>
                </a:lnTo>
                <a:lnTo>
                  <a:pt x="4084017" y="700001"/>
                </a:lnTo>
                <a:lnTo>
                  <a:pt x="4116284" y="660587"/>
                </a:lnTo>
                <a:lnTo>
                  <a:pt x="4147751" y="620395"/>
                </a:lnTo>
                <a:lnTo>
                  <a:pt x="4178459" y="579540"/>
                </a:lnTo>
                <a:lnTo>
                  <a:pt x="4208452" y="538136"/>
                </a:lnTo>
                <a:lnTo>
                  <a:pt x="4237770" y="496298"/>
                </a:lnTo>
                <a:lnTo>
                  <a:pt x="4266456" y="454140"/>
                </a:lnTo>
                <a:lnTo>
                  <a:pt x="4294553" y="411776"/>
                </a:lnTo>
                <a:lnTo>
                  <a:pt x="4322102" y="369322"/>
                </a:lnTo>
                <a:lnTo>
                  <a:pt x="4349145" y="326892"/>
                </a:lnTo>
                <a:lnTo>
                  <a:pt x="4375724" y="284599"/>
                </a:lnTo>
                <a:lnTo>
                  <a:pt x="4399832" y="250162"/>
                </a:lnTo>
                <a:lnTo>
                  <a:pt x="4428624" y="213382"/>
                </a:lnTo>
                <a:lnTo>
                  <a:pt x="4458537" y="175267"/>
                </a:lnTo>
                <a:lnTo>
                  <a:pt x="4486009" y="136827"/>
                </a:lnTo>
                <a:lnTo>
                  <a:pt x="4507477" y="99072"/>
                </a:lnTo>
                <a:lnTo>
                  <a:pt x="4519377" y="63009"/>
                </a:lnTo>
                <a:lnTo>
                  <a:pt x="4518147" y="29649"/>
                </a:lnTo>
                <a:lnTo>
                  <a:pt x="4500224" y="0"/>
                </a:lnTo>
                <a:lnTo>
                  <a:pt x="4477378" y="5889"/>
                </a:lnTo>
                <a:lnTo>
                  <a:pt x="4440427" y="34621"/>
                </a:lnTo>
                <a:lnTo>
                  <a:pt x="4402250" y="68279"/>
                </a:lnTo>
                <a:lnTo>
                  <a:pt x="4375724" y="88949"/>
                </a:lnTo>
                <a:lnTo>
                  <a:pt x="4325863" y="106259"/>
                </a:lnTo>
                <a:lnTo>
                  <a:pt x="4273012" y="117760"/>
                </a:lnTo>
                <a:lnTo>
                  <a:pt x="4222598" y="132643"/>
                </a:lnTo>
                <a:lnTo>
                  <a:pt x="4180049" y="160099"/>
                </a:lnTo>
                <a:lnTo>
                  <a:pt x="4173943" y="170981"/>
                </a:lnTo>
                <a:lnTo>
                  <a:pt x="4191596" y="165810"/>
                </a:lnTo>
                <a:lnTo>
                  <a:pt x="4225026" y="149804"/>
                </a:lnTo>
                <a:lnTo>
                  <a:pt x="4266251" y="128180"/>
                </a:lnTo>
                <a:lnTo>
                  <a:pt x="4307286" y="106156"/>
                </a:lnTo>
                <a:lnTo>
                  <a:pt x="4340149" y="88949"/>
                </a:lnTo>
                <a:lnTo>
                  <a:pt x="4363359" y="76464"/>
                </a:lnTo>
                <a:lnTo>
                  <a:pt x="4411123" y="51115"/>
                </a:lnTo>
                <a:lnTo>
                  <a:pt x="4458976" y="26896"/>
                </a:lnTo>
                <a:lnTo>
                  <a:pt x="4482449" y="17799"/>
                </a:lnTo>
                <a:lnTo>
                  <a:pt x="4512954" y="57608"/>
                </a:lnTo>
                <a:lnTo>
                  <a:pt x="4535014" y="103255"/>
                </a:lnTo>
                <a:lnTo>
                  <a:pt x="4552495" y="152120"/>
                </a:lnTo>
                <a:lnTo>
                  <a:pt x="4569260" y="201584"/>
                </a:lnTo>
                <a:lnTo>
                  <a:pt x="4589174" y="249024"/>
                </a:lnTo>
              </a:path>
            </a:pathLst>
          </a:custGeom>
          <a:noFill/>
          <a:ln cap="flat" cmpd="sng" w="75675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3"/>
              <a:buFont typeface="Arial"/>
              <a:buNone/>
            </a:pPr>
            <a:r>
              <a:t/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625500" y="548775"/>
            <a:ext cx="3737100" cy="2562900"/>
          </a:xfrm>
          <a:prstGeom prst="rect">
            <a:avLst/>
          </a:prstGeom>
          <a:solidFill>
            <a:schemeClr val="lt1"/>
          </a:solidFill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900"/>
              <a:buFont typeface="Arial"/>
              <a:buChar char="●"/>
            </a:pPr>
            <a:r>
              <a:rPr b="1" i="0" lang="ca" sz="19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Detectors de fum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900"/>
              <a:buFont typeface="Arial"/>
              <a:buChar char="●"/>
            </a:pPr>
            <a:r>
              <a:rPr b="1" i="0" lang="ca" sz="19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Detectors de flames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900"/>
              <a:buFont typeface="Arial"/>
              <a:buChar char="●"/>
            </a:pPr>
            <a:r>
              <a:rPr b="1" i="0" lang="ca" sz="19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Detectors de calor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69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4011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ca" sz="19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Detectar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5051900" y="548775"/>
            <a:ext cx="3737100" cy="2496300"/>
          </a:xfrm>
          <a:prstGeom prst="rect">
            <a:avLst/>
          </a:prstGeom>
          <a:solidFill>
            <a:schemeClr val="lt1"/>
          </a:solidFill>
          <a:ln cap="flat" cmpd="sng" w="28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-342900" lvl="0" marL="457200" marR="64960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800"/>
              <a:buFont typeface="Arial"/>
              <a:buChar char="●"/>
            </a:pPr>
            <a:r>
              <a:rPr b="1" i="0" lang="ca" sz="18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Ruixadors automàtics</a:t>
            </a:r>
            <a:endParaRPr b="1" sz="1800">
              <a:solidFill>
                <a:srgbClr val="17466B"/>
              </a:solidFill>
            </a:endParaRPr>
          </a:p>
          <a:p>
            <a:pPr indent="-342900" lvl="0" marL="457200" marR="64960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800"/>
              <a:buFont typeface="Arial"/>
              <a:buChar char="●"/>
            </a:pPr>
            <a:r>
              <a:rPr b="1" i="0" lang="ca" sz="18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Extintors</a:t>
            </a:r>
            <a:endParaRPr b="1" i="0" sz="1800" u="none" cap="none" strike="noStrike">
              <a:solidFill>
                <a:srgbClr val="17466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64960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466B"/>
              </a:buClr>
              <a:buSzPts val="1800"/>
              <a:buChar char="●"/>
            </a:pPr>
            <a:r>
              <a:rPr b="1" lang="ca" sz="1800">
                <a:solidFill>
                  <a:srgbClr val="17466B"/>
                </a:solidFill>
              </a:rPr>
              <a:t>Sistemes d'extinció per gas</a:t>
            </a:r>
            <a:endParaRPr b="1" sz="1800">
              <a:solidFill>
                <a:srgbClr val="17466B"/>
              </a:solidFill>
            </a:endParaRPr>
          </a:p>
          <a:p>
            <a:pPr indent="0" lvl="0" marL="457200" marR="64960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7466B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ca" sz="1800">
                <a:solidFill>
                  <a:srgbClr val="17466B"/>
                </a:solidFill>
              </a:rPr>
              <a:t>Extingir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3" name="Google Shape;39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98" name="Google Shape;398;p32"/>
          <p:cNvSpPr txBox="1"/>
          <p:nvPr>
            <p:ph type="title"/>
          </p:nvPr>
        </p:nvSpPr>
        <p:spPr>
          <a:xfrm>
            <a:off x="612249" y="535725"/>
            <a:ext cx="47574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 algunes empreses un tall en les comunicacions les deixa inservibles</a:t>
            </a:r>
            <a:endParaRPr sz="2250"/>
          </a:p>
        </p:txBody>
      </p:sp>
      <p:pic>
        <p:nvPicPr>
          <p:cNvPr id="399" name="Google Shape;3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700" y="1852200"/>
            <a:ext cx="4546314" cy="292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3"/>
          <p:cNvGrpSpPr/>
          <p:nvPr/>
        </p:nvGrpSpPr>
        <p:grpSpPr>
          <a:xfrm>
            <a:off x="5418540" y="1174462"/>
            <a:ext cx="2300837" cy="1792086"/>
            <a:chOff x="6278974" y="1725374"/>
            <a:chExt cx="3380104" cy="2632710"/>
          </a:xfrm>
        </p:grpSpPr>
        <p:sp>
          <p:nvSpPr>
            <p:cNvPr id="406" name="Google Shape;406;p33"/>
            <p:cNvSpPr/>
            <p:nvPr/>
          </p:nvSpPr>
          <p:spPr>
            <a:xfrm>
              <a:off x="6278974" y="1725374"/>
              <a:ext cx="3380104" cy="2632710"/>
            </a:xfrm>
            <a:custGeom>
              <a:rect b="b" l="l" r="r" t="t"/>
              <a:pathLst>
                <a:path extrusionOk="0" h="2632710" w="3380104">
                  <a:moveTo>
                    <a:pt x="769338" y="2632553"/>
                  </a:moveTo>
                  <a:lnTo>
                    <a:pt x="751813" y="2223045"/>
                  </a:lnTo>
                  <a:lnTo>
                    <a:pt x="201057" y="2172466"/>
                  </a:lnTo>
                  <a:lnTo>
                    <a:pt x="521027" y="1873257"/>
                  </a:lnTo>
                  <a:lnTo>
                    <a:pt x="0" y="1569416"/>
                  </a:lnTo>
                  <a:lnTo>
                    <a:pt x="615689" y="1412804"/>
                  </a:lnTo>
                  <a:lnTo>
                    <a:pt x="183376" y="1007926"/>
                  </a:lnTo>
                  <a:lnTo>
                    <a:pt x="840529" y="952716"/>
                  </a:lnTo>
                  <a:lnTo>
                    <a:pt x="704405" y="441805"/>
                  </a:lnTo>
                  <a:lnTo>
                    <a:pt x="1337775" y="777822"/>
                  </a:lnTo>
                  <a:lnTo>
                    <a:pt x="1521152" y="229982"/>
                  </a:lnTo>
                  <a:lnTo>
                    <a:pt x="1793401" y="529192"/>
                  </a:lnTo>
                  <a:lnTo>
                    <a:pt x="2314117" y="0"/>
                  </a:lnTo>
                  <a:lnTo>
                    <a:pt x="2272653" y="704086"/>
                  </a:lnTo>
                  <a:lnTo>
                    <a:pt x="2817465" y="386595"/>
                  </a:lnTo>
                  <a:lnTo>
                    <a:pt x="2562896" y="796103"/>
                  </a:lnTo>
                  <a:lnTo>
                    <a:pt x="3379643" y="809875"/>
                  </a:lnTo>
                  <a:lnTo>
                    <a:pt x="2657557" y="1145892"/>
                  </a:lnTo>
                  <a:lnTo>
                    <a:pt x="2858615" y="1375996"/>
                  </a:lnTo>
                  <a:lnTo>
                    <a:pt x="2562896" y="1500312"/>
                  </a:lnTo>
                  <a:lnTo>
                    <a:pt x="2953589" y="1905188"/>
                  </a:lnTo>
                  <a:lnTo>
                    <a:pt x="2290647" y="1748942"/>
                  </a:lnTo>
                  <a:lnTo>
                    <a:pt x="2337899" y="2117011"/>
                  </a:lnTo>
                  <a:lnTo>
                    <a:pt x="1905743" y="1942117"/>
                  </a:lnTo>
                  <a:lnTo>
                    <a:pt x="1816871" y="2296415"/>
                  </a:lnTo>
                  <a:lnTo>
                    <a:pt x="1544622" y="2117011"/>
                  </a:lnTo>
                  <a:lnTo>
                    <a:pt x="1361244" y="2402449"/>
                  </a:lnTo>
                  <a:lnTo>
                    <a:pt x="1177711" y="2209029"/>
                  </a:lnTo>
                  <a:lnTo>
                    <a:pt x="769338" y="2632553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7" name="Google Shape;40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91700" y="1832074"/>
              <a:ext cx="1995299" cy="19952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8" name="Google Shape;4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79" y="3033722"/>
            <a:ext cx="1358144" cy="1358144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409" name="Google Shape;409;p33"/>
          <p:cNvSpPr txBox="1"/>
          <p:nvPr>
            <p:ph type="ctrTitle"/>
          </p:nvPr>
        </p:nvSpPr>
        <p:spPr>
          <a:xfrm>
            <a:off x="665253" y="535725"/>
            <a:ext cx="40422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Una de les possibles solucions és la redundància</a:t>
            </a:r>
            <a:endParaRPr sz="2250"/>
          </a:p>
        </p:txBody>
      </p:sp>
      <p:sp>
        <p:nvSpPr>
          <p:cNvPr id="410" name="Google Shape;410;p33"/>
          <p:cNvSpPr/>
          <p:nvPr/>
        </p:nvSpPr>
        <p:spPr>
          <a:xfrm>
            <a:off x="2126201" y="2275852"/>
            <a:ext cx="3650085" cy="1737551"/>
          </a:xfrm>
          <a:custGeom>
            <a:rect b="b" l="l" r="r" t="t"/>
            <a:pathLst>
              <a:path extrusionOk="0" h="1654810" w="4269105">
                <a:moveTo>
                  <a:pt x="3104099" y="1654199"/>
                </a:moveTo>
                <a:lnTo>
                  <a:pt x="275699" y="1654199"/>
                </a:lnTo>
                <a:lnTo>
                  <a:pt x="226142" y="1649758"/>
                </a:lnTo>
                <a:lnTo>
                  <a:pt x="179499" y="1636951"/>
                </a:lnTo>
                <a:lnTo>
                  <a:pt x="136548" y="1616558"/>
                </a:lnTo>
                <a:lnTo>
                  <a:pt x="98070" y="1589358"/>
                </a:lnTo>
                <a:lnTo>
                  <a:pt x="64841" y="1556130"/>
                </a:lnTo>
                <a:lnTo>
                  <a:pt x="37641" y="1517651"/>
                </a:lnTo>
                <a:lnTo>
                  <a:pt x="17248" y="1474700"/>
                </a:lnTo>
                <a:lnTo>
                  <a:pt x="4441" y="1428057"/>
                </a:lnTo>
                <a:lnTo>
                  <a:pt x="0" y="1378499"/>
                </a:lnTo>
                <a:lnTo>
                  <a:pt x="0" y="275699"/>
                </a:lnTo>
                <a:lnTo>
                  <a:pt x="4441" y="226142"/>
                </a:lnTo>
                <a:lnTo>
                  <a:pt x="17248" y="179499"/>
                </a:lnTo>
                <a:lnTo>
                  <a:pt x="37641" y="136548"/>
                </a:lnTo>
                <a:lnTo>
                  <a:pt x="64841" y="98069"/>
                </a:lnTo>
                <a:lnTo>
                  <a:pt x="98070" y="64841"/>
                </a:lnTo>
                <a:lnTo>
                  <a:pt x="136548" y="37641"/>
                </a:lnTo>
                <a:lnTo>
                  <a:pt x="179499" y="17248"/>
                </a:lnTo>
                <a:lnTo>
                  <a:pt x="226142" y="4441"/>
                </a:lnTo>
                <a:lnTo>
                  <a:pt x="275699" y="0"/>
                </a:lnTo>
                <a:lnTo>
                  <a:pt x="3104099" y="0"/>
                </a:lnTo>
                <a:lnTo>
                  <a:pt x="3158137" y="5346"/>
                </a:lnTo>
                <a:lnTo>
                  <a:pt x="3209605" y="20986"/>
                </a:lnTo>
                <a:lnTo>
                  <a:pt x="3257058" y="46320"/>
                </a:lnTo>
                <a:lnTo>
                  <a:pt x="3299049" y="80750"/>
                </a:lnTo>
                <a:lnTo>
                  <a:pt x="3333479" y="122741"/>
                </a:lnTo>
                <a:lnTo>
                  <a:pt x="3358813" y="170194"/>
                </a:lnTo>
                <a:lnTo>
                  <a:pt x="3374453" y="221662"/>
                </a:lnTo>
                <a:lnTo>
                  <a:pt x="3379799" y="275699"/>
                </a:lnTo>
                <a:lnTo>
                  <a:pt x="3379799" y="964949"/>
                </a:lnTo>
                <a:lnTo>
                  <a:pt x="4269059" y="1021600"/>
                </a:lnTo>
                <a:lnTo>
                  <a:pt x="3379799" y="1378499"/>
                </a:lnTo>
                <a:lnTo>
                  <a:pt x="3375358" y="1428057"/>
                </a:lnTo>
                <a:lnTo>
                  <a:pt x="3362551" y="1474700"/>
                </a:lnTo>
                <a:lnTo>
                  <a:pt x="3342158" y="1517651"/>
                </a:lnTo>
                <a:lnTo>
                  <a:pt x="3314958" y="1556130"/>
                </a:lnTo>
                <a:lnTo>
                  <a:pt x="3281730" y="1589358"/>
                </a:lnTo>
                <a:lnTo>
                  <a:pt x="3243251" y="1616558"/>
                </a:lnTo>
                <a:lnTo>
                  <a:pt x="3200300" y="1636951"/>
                </a:lnTo>
                <a:lnTo>
                  <a:pt x="3153657" y="1649758"/>
                </a:lnTo>
                <a:lnTo>
                  <a:pt x="3104099" y="165419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1987675" y="2472025"/>
            <a:ext cx="32421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381000" marR="3810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2050">
                <a:solidFill>
                  <a:srgbClr val="17466B"/>
                </a:solidFill>
              </a:rPr>
              <a:t>Si un sistema falla, l'altre pot mantenir el servei.</a:t>
            </a:r>
            <a:endParaRPr sz="2250">
              <a:solidFill>
                <a:srgbClr val="17466B"/>
              </a:solidFill>
            </a:endParaRPr>
          </a:p>
        </p:txBody>
      </p:sp>
      <p:sp>
        <p:nvSpPr>
          <p:cNvPr id="412" name="Google Shape;41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/>
          <p:nvPr/>
        </p:nvSpPr>
        <p:spPr>
          <a:xfrm>
            <a:off x="4518984" y="1506548"/>
            <a:ext cx="2540279" cy="2987624"/>
          </a:xfrm>
          <a:custGeom>
            <a:rect b="b" l="l" r="r" t="t"/>
            <a:pathLst>
              <a:path extrusionOk="0" h="4393565" w="3735704">
                <a:moveTo>
                  <a:pt x="2098924" y="4393524"/>
                </a:moveTo>
                <a:lnTo>
                  <a:pt x="836024" y="4180074"/>
                </a:lnTo>
                <a:lnTo>
                  <a:pt x="0" y="2899374"/>
                </a:lnTo>
                <a:lnTo>
                  <a:pt x="320174" y="1654249"/>
                </a:lnTo>
                <a:lnTo>
                  <a:pt x="1067249" y="711499"/>
                </a:lnTo>
                <a:lnTo>
                  <a:pt x="1511949" y="35574"/>
                </a:lnTo>
                <a:lnTo>
                  <a:pt x="2187874" y="0"/>
                </a:lnTo>
                <a:lnTo>
                  <a:pt x="2863774" y="658149"/>
                </a:lnTo>
                <a:lnTo>
                  <a:pt x="3130599" y="2134499"/>
                </a:lnTo>
                <a:lnTo>
                  <a:pt x="3735374" y="3344049"/>
                </a:lnTo>
                <a:lnTo>
                  <a:pt x="2970499" y="4002199"/>
                </a:lnTo>
                <a:lnTo>
                  <a:pt x="2098924" y="4393524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418" name="Google Shape;418;p34"/>
          <p:cNvSpPr txBox="1"/>
          <p:nvPr>
            <p:ph type="title"/>
          </p:nvPr>
        </p:nvSpPr>
        <p:spPr>
          <a:xfrm>
            <a:off x="625500" y="535725"/>
            <a:ext cx="46956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r>
              <a:rPr b="1" lang="ca" sz="2100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Els sistemes informàtics depenen totalment de l’electricitat</a:t>
            </a:r>
            <a:endParaRPr sz="2250"/>
          </a:p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9962" y="1720330"/>
            <a:ext cx="2302135" cy="239725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35"/>
          <p:cNvGrpSpPr/>
          <p:nvPr/>
        </p:nvGrpSpPr>
        <p:grpSpPr>
          <a:xfrm>
            <a:off x="4062450" y="1828292"/>
            <a:ext cx="1792086" cy="2204015"/>
            <a:chOff x="4286775" y="2685900"/>
            <a:chExt cx="2632710" cy="3237865"/>
          </a:xfrm>
        </p:grpSpPr>
        <p:sp>
          <p:nvSpPr>
            <p:cNvPr id="426" name="Google Shape;426;p35"/>
            <p:cNvSpPr/>
            <p:nvPr/>
          </p:nvSpPr>
          <p:spPr>
            <a:xfrm>
              <a:off x="4286775" y="2685900"/>
              <a:ext cx="2632710" cy="3237865"/>
            </a:xfrm>
            <a:custGeom>
              <a:rect b="b" l="l" r="r" t="t"/>
              <a:pathLst>
                <a:path extrusionOk="0" h="3237865" w="2632709">
                  <a:moveTo>
                    <a:pt x="1334074" y="3237324"/>
                  </a:moveTo>
                  <a:lnTo>
                    <a:pt x="284599" y="3095024"/>
                  </a:lnTo>
                  <a:lnTo>
                    <a:pt x="71149" y="1743174"/>
                  </a:lnTo>
                  <a:lnTo>
                    <a:pt x="0" y="462474"/>
                  </a:lnTo>
                  <a:lnTo>
                    <a:pt x="1067249" y="71149"/>
                  </a:lnTo>
                  <a:lnTo>
                    <a:pt x="1974424" y="0"/>
                  </a:lnTo>
                  <a:lnTo>
                    <a:pt x="2632549" y="942749"/>
                  </a:lnTo>
                  <a:lnTo>
                    <a:pt x="2632549" y="2045574"/>
                  </a:lnTo>
                  <a:lnTo>
                    <a:pt x="2276799" y="3130599"/>
                  </a:lnTo>
                  <a:lnTo>
                    <a:pt x="1334074" y="3237324"/>
                  </a:lnTo>
                  <a:close/>
                </a:path>
              </a:pathLst>
            </a:custGeom>
            <a:solidFill>
              <a:srgbClr val="C5CA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7" name="Google Shape;42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72320" y="3165019"/>
              <a:ext cx="1228774" cy="22279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428" name="Google Shape;428;p35"/>
          <p:cNvSpPr txBox="1"/>
          <p:nvPr>
            <p:ph type="title"/>
          </p:nvPr>
        </p:nvSpPr>
        <p:spPr>
          <a:xfrm>
            <a:off x="765075" y="535725"/>
            <a:ext cx="52035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2100">
                <a:solidFill>
                  <a:srgbClr val="17466B"/>
                </a:solidFill>
              </a:rPr>
              <a:t>Els principals problemes elèctrics són:</a:t>
            </a:r>
            <a:endParaRPr b="1" sz="2100">
              <a:solidFill>
                <a:srgbClr val="17466B"/>
              </a:solidFill>
            </a:endParaRPr>
          </a:p>
          <a:p>
            <a:pPr indent="0" lvl="0" marL="9525" marR="381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50"/>
              <a:buNone/>
            </a:pPr>
            <a:r>
              <a:t/>
            </a:r>
            <a:endParaRPr b="1" sz="2100">
              <a:solidFill>
                <a:srgbClr val="17466B"/>
              </a:solidFill>
            </a:endParaRPr>
          </a:p>
        </p:txBody>
      </p:sp>
      <p:sp>
        <p:nvSpPr>
          <p:cNvPr id="429" name="Google Shape;429;p35"/>
          <p:cNvSpPr txBox="1"/>
          <p:nvPr/>
        </p:nvSpPr>
        <p:spPr>
          <a:xfrm>
            <a:off x="5809752" y="1071525"/>
            <a:ext cx="30693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27051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3000" cap="small">
                <a:solidFill>
                  <a:srgbClr val="17466B"/>
                </a:solidFill>
              </a:rPr>
              <a:t>talls de subministrament</a:t>
            </a:r>
            <a:endParaRPr b="1" sz="3000" cap="small">
              <a:solidFill>
                <a:srgbClr val="17466B"/>
              </a:solidFill>
            </a:endParaRPr>
          </a:p>
        </p:txBody>
      </p:sp>
      <p:sp>
        <p:nvSpPr>
          <p:cNvPr id="430" name="Google Shape;430;p35"/>
          <p:cNvSpPr txBox="1"/>
          <p:nvPr/>
        </p:nvSpPr>
        <p:spPr>
          <a:xfrm>
            <a:off x="640177" y="1643800"/>
            <a:ext cx="3069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000" cap="small">
                <a:solidFill>
                  <a:srgbClr val="17466B"/>
                </a:solidFill>
              </a:rPr>
              <a:t>Sobretensions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640175" y="3471625"/>
            <a:ext cx="3112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381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ca" sz="3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bai</a:t>
            </a:r>
            <a:r>
              <a:rPr b="0" i="0" lang="ca" sz="3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ca" sz="3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ades</a:t>
            </a:r>
            <a:r>
              <a:rPr b="0" i="0" lang="ca" sz="3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3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0" i="0" lang="ca" sz="3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a" sz="3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tensi</a:t>
            </a:r>
            <a:r>
              <a:rPr b="0" i="0" lang="ca" sz="300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ó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2" name="Google Shape;432;p35"/>
          <p:cNvSpPr txBox="1"/>
          <p:nvPr/>
        </p:nvSpPr>
        <p:spPr>
          <a:xfrm>
            <a:off x="5927231" y="3477950"/>
            <a:ext cx="26496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ca" sz="3000" u="none" cap="small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microtalls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3" name="Google Shape;43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"/>
          <p:cNvSpPr/>
          <p:nvPr/>
        </p:nvSpPr>
        <p:spPr>
          <a:xfrm>
            <a:off x="2000645" y="305527"/>
            <a:ext cx="1101090" cy="1294536"/>
          </a:xfrm>
          <a:custGeom>
            <a:rect b="b" l="l" r="r" t="t"/>
            <a:pathLst>
              <a:path extrusionOk="0" h="1903730" w="1619250">
                <a:moveTo>
                  <a:pt x="871574" y="1903249"/>
                </a:moveTo>
                <a:lnTo>
                  <a:pt x="266799" y="1725374"/>
                </a:lnTo>
                <a:lnTo>
                  <a:pt x="0" y="996099"/>
                </a:lnTo>
                <a:lnTo>
                  <a:pt x="53349" y="249024"/>
                </a:lnTo>
                <a:lnTo>
                  <a:pt x="658124" y="0"/>
                </a:lnTo>
                <a:lnTo>
                  <a:pt x="1013874" y="71149"/>
                </a:lnTo>
                <a:lnTo>
                  <a:pt x="1618649" y="551399"/>
                </a:lnTo>
                <a:lnTo>
                  <a:pt x="1440774" y="1422999"/>
                </a:lnTo>
                <a:lnTo>
                  <a:pt x="871574" y="1903249"/>
                </a:ln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376" y="2172703"/>
            <a:ext cx="1895363" cy="171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1100" y="2317150"/>
            <a:ext cx="2035850" cy="17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8602" y="2317150"/>
            <a:ext cx="2035850" cy="17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88817" y="450817"/>
            <a:ext cx="515421" cy="93454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6"/>
          <p:cNvSpPr/>
          <p:nvPr/>
        </p:nvSpPr>
        <p:spPr>
          <a:xfrm>
            <a:off x="1816900" y="1432649"/>
            <a:ext cx="371779" cy="689666"/>
          </a:xfrm>
          <a:custGeom>
            <a:rect b="b" l="l" r="r" t="t"/>
            <a:pathLst>
              <a:path extrusionOk="0" h="854075" w="364489">
                <a:moveTo>
                  <a:pt x="274967" y="0"/>
                </a:moveTo>
                <a:lnTo>
                  <a:pt x="251713" y="43011"/>
                </a:lnTo>
                <a:lnTo>
                  <a:pt x="232372" y="87508"/>
                </a:lnTo>
                <a:lnTo>
                  <a:pt x="216611" y="133340"/>
                </a:lnTo>
                <a:lnTo>
                  <a:pt x="204098" y="180358"/>
                </a:lnTo>
                <a:lnTo>
                  <a:pt x="194500" y="228413"/>
                </a:lnTo>
                <a:lnTo>
                  <a:pt x="187482" y="277355"/>
                </a:lnTo>
                <a:lnTo>
                  <a:pt x="182714" y="327035"/>
                </a:lnTo>
                <a:lnTo>
                  <a:pt x="179861" y="377302"/>
                </a:lnTo>
                <a:lnTo>
                  <a:pt x="178590" y="428007"/>
                </a:lnTo>
                <a:lnTo>
                  <a:pt x="178570" y="479001"/>
                </a:lnTo>
                <a:lnTo>
                  <a:pt x="179465" y="530134"/>
                </a:lnTo>
                <a:lnTo>
                  <a:pt x="180945" y="581256"/>
                </a:lnTo>
                <a:lnTo>
                  <a:pt x="182676" y="632219"/>
                </a:lnTo>
                <a:lnTo>
                  <a:pt x="184324" y="682871"/>
                </a:lnTo>
                <a:lnTo>
                  <a:pt x="185557" y="733065"/>
                </a:lnTo>
                <a:lnTo>
                  <a:pt x="186042" y="782649"/>
                </a:lnTo>
                <a:lnTo>
                  <a:pt x="189602" y="803435"/>
                </a:lnTo>
                <a:lnTo>
                  <a:pt x="195536" y="822510"/>
                </a:lnTo>
                <a:lnTo>
                  <a:pt x="196723" y="834998"/>
                </a:lnTo>
                <a:lnTo>
                  <a:pt x="186042" y="836024"/>
                </a:lnTo>
                <a:lnTo>
                  <a:pt x="120099" y="791033"/>
                </a:lnTo>
                <a:lnTo>
                  <a:pt x="84835" y="756782"/>
                </a:lnTo>
                <a:lnTo>
                  <a:pt x="52129" y="721626"/>
                </a:lnTo>
                <a:lnTo>
                  <a:pt x="25045" y="690764"/>
                </a:lnTo>
                <a:lnTo>
                  <a:pt x="6647" y="669393"/>
                </a:lnTo>
                <a:lnTo>
                  <a:pt x="0" y="662714"/>
                </a:lnTo>
                <a:lnTo>
                  <a:pt x="8167" y="675924"/>
                </a:lnTo>
                <a:lnTo>
                  <a:pt x="34150" y="719907"/>
                </a:lnTo>
                <a:lnTo>
                  <a:pt x="60658" y="767206"/>
                </a:lnTo>
                <a:lnTo>
                  <a:pt x="90182" y="810300"/>
                </a:lnTo>
                <a:lnTo>
                  <a:pt x="125212" y="841671"/>
                </a:lnTo>
                <a:lnTo>
                  <a:pt x="168242" y="853799"/>
                </a:lnTo>
                <a:lnTo>
                  <a:pt x="214087" y="844475"/>
                </a:lnTo>
                <a:lnTo>
                  <a:pt x="255536" y="820134"/>
                </a:lnTo>
                <a:lnTo>
                  <a:pt x="293630" y="786225"/>
                </a:lnTo>
                <a:lnTo>
                  <a:pt x="329411" y="748197"/>
                </a:lnTo>
                <a:lnTo>
                  <a:pt x="363917" y="711499"/>
                </a:lnTo>
              </a:path>
            </a:pathLst>
          </a:custGeom>
          <a:noFill/>
          <a:ln cap="flat" cmpd="sng" w="3810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6"/>
          <p:cNvSpPr/>
          <p:nvPr/>
        </p:nvSpPr>
        <p:spPr>
          <a:xfrm>
            <a:off x="3126633" y="898784"/>
            <a:ext cx="3241954" cy="1342898"/>
          </a:xfrm>
          <a:custGeom>
            <a:rect b="b" l="l" r="r" t="t"/>
            <a:pathLst>
              <a:path extrusionOk="0" h="1974850" w="4767580">
                <a:moveTo>
                  <a:pt x="0" y="444699"/>
                </a:moveTo>
                <a:lnTo>
                  <a:pt x="48209" y="451587"/>
                </a:lnTo>
                <a:lnTo>
                  <a:pt x="96503" y="459409"/>
                </a:lnTo>
                <a:lnTo>
                  <a:pt x="144840" y="468168"/>
                </a:lnTo>
                <a:lnTo>
                  <a:pt x="193179" y="477867"/>
                </a:lnTo>
                <a:lnTo>
                  <a:pt x="241478" y="488507"/>
                </a:lnTo>
                <a:lnTo>
                  <a:pt x="289695" y="500091"/>
                </a:lnTo>
                <a:lnTo>
                  <a:pt x="337789" y="512621"/>
                </a:lnTo>
                <a:lnTo>
                  <a:pt x="385719" y="526097"/>
                </a:lnTo>
                <a:lnTo>
                  <a:pt x="433443" y="540524"/>
                </a:lnTo>
                <a:lnTo>
                  <a:pt x="480919" y="555902"/>
                </a:lnTo>
                <a:lnTo>
                  <a:pt x="528105" y="572234"/>
                </a:lnTo>
                <a:lnTo>
                  <a:pt x="574962" y="589522"/>
                </a:lnTo>
                <a:lnTo>
                  <a:pt x="621446" y="607768"/>
                </a:lnTo>
                <a:lnTo>
                  <a:pt x="667516" y="626974"/>
                </a:lnTo>
                <a:lnTo>
                  <a:pt x="713132" y="647143"/>
                </a:lnTo>
                <a:lnTo>
                  <a:pt x="758250" y="668275"/>
                </a:lnTo>
                <a:lnTo>
                  <a:pt x="802831" y="690373"/>
                </a:lnTo>
                <a:lnTo>
                  <a:pt x="846831" y="713440"/>
                </a:lnTo>
                <a:lnTo>
                  <a:pt x="890211" y="737477"/>
                </a:lnTo>
                <a:lnTo>
                  <a:pt x="932927" y="762487"/>
                </a:lnTo>
                <a:lnTo>
                  <a:pt x="974939" y="788471"/>
                </a:lnTo>
                <a:lnTo>
                  <a:pt x="1016206" y="815432"/>
                </a:lnTo>
                <a:lnTo>
                  <a:pt x="1056685" y="843371"/>
                </a:lnTo>
                <a:lnTo>
                  <a:pt x="1096335" y="872291"/>
                </a:lnTo>
                <a:lnTo>
                  <a:pt x="1135115" y="902194"/>
                </a:lnTo>
                <a:lnTo>
                  <a:pt x="1172983" y="933082"/>
                </a:lnTo>
                <a:lnTo>
                  <a:pt x="1209897" y="964956"/>
                </a:lnTo>
                <a:lnTo>
                  <a:pt x="1245817" y="997820"/>
                </a:lnTo>
                <a:lnTo>
                  <a:pt x="1280699" y="1031674"/>
                </a:lnTo>
                <a:lnTo>
                  <a:pt x="1316195" y="1069006"/>
                </a:lnTo>
                <a:lnTo>
                  <a:pt x="1349933" y="1108168"/>
                </a:lnTo>
                <a:lnTo>
                  <a:pt x="1381900" y="1149016"/>
                </a:lnTo>
                <a:lnTo>
                  <a:pt x="1412080" y="1191406"/>
                </a:lnTo>
                <a:lnTo>
                  <a:pt x="1440458" y="1235196"/>
                </a:lnTo>
                <a:lnTo>
                  <a:pt x="1467020" y="1280241"/>
                </a:lnTo>
                <a:lnTo>
                  <a:pt x="1491752" y="1326399"/>
                </a:lnTo>
                <a:lnTo>
                  <a:pt x="1514638" y="1373526"/>
                </a:lnTo>
                <a:lnTo>
                  <a:pt x="1535665" y="1421478"/>
                </a:lnTo>
                <a:lnTo>
                  <a:pt x="1554816" y="1470113"/>
                </a:lnTo>
                <a:lnTo>
                  <a:pt x="1572078" y="1519286"/>
                </a:lnTo>
                <a:lnTo>
                  <a:pt x="1587436" y="1568854"/>
                </a:lnTo>
                <a:lnTo>
                  <a:pt x="1600874" y="1618674"/>
                </a:lnTo>
                <a:lnTo>
                  <a:pt x="1614080" y="1663633"/>
                </a:lnTo>
                <a:lnTo>
                  <a:pt x="1629952" y="1707839"/>
                </a:lnTo>
                <a:lnTo>
                  <a:pt x="1646976" y="1751709"/>
                </a:lnTo>
                <a:lnTo>
                  <a:pt x="1663638" y="1795660"/>
                </a:lnTo>
                <a:lnTo>
                  <a:pt x="1678426" y="1840110"/>
                </a:lnTo>
                <a:lnTo>
                  <a:pt x="1689824" y="1885474"/>
                </a:lnTo>
                <a:lnTo>
                  <a:pt x="1701307" y="1907561"/>
                </a:lnTo>
                <a:lnTo>
                  <a:pt x="1719507" y="1930800"/>
                </a:lnTo>
                <a:lnTo>
                  <a:pt x="1731759" y="1949164"/>
                </a:lnTo>
                <a:lnTo>
                  <a:pt x="1725399" y="1956624"/>
                </a:lnTo>
                <a:lnTo>
                  <a:pt x="1686407" y="1948169"/>
                </a:lnTo>
                <a:lnTo>
                  <a:pt x="1652454" y="1926008"/>
                </a:lnTo>
                <a:lnTo>
                  <a:pt x="1621675" y="1894955"/>
                </a:lnTo>
                <a:lnTo>
                  <a:pt x="1592205" y="1859820"/>
                </a:lnTo>
                <a:lnTo>
                  <a:pt x="1562177" y="1825415"/>
                </a:lnTo>
                <a:lnTo>
                  <a:pt x="1529724" y="1796549"/>
                </a:lnTo>
                <a:lnTo>
                  <a:pt x="1511925" y="1783624"/>
                </a:lnTo>
                <a:lnTo>
                  <a:pt x="1490859" y="1768435"/>
                </a:lnTo>
                <a:lnTo>
                  <a:pt x="1475888" y="1758410"/>
                </a:lnTo>
                <a:lnTo>
                  <a:pt x="1476374" y="1760974"/>
                </a:lnTo>
                <a:lnTo>
                  <a:pt x="1508773" y="1797140"/>
                </a:lnTo>
                <a:lnTo>
                  <a:pt x="1540427" y="1837099"/>
                </a:lnTo>
                <a:lnTo>
                  <a:pt x="1572419" y="1877441"/>
                </a:lnTo>
                <a:lnTo>
                  <a:pt x="1605829" y="1914755"/>
                </a:lnTo>
                <a:lnTo>
                  <a:pt x="1641742" y="1945631"/>
                </a:lnTo>
                <a:lnTo>
                  <a:pt x="1681238" y="1966658"/>
                </a:lnTo>
                <a:lnTo>
                  <a:pt x="1725399" y="1974424"/>
                </a:lnTo>
                <a:lnTo>
                  <a:pt x="1759655" y="1965862"/>
                </a:lnTo>
                <a:lnTo>
                  <a:pt x="1786107" y="1942738"/>
                </a:lnTo>
                <a:lnTo>
                  <a:pt x="1806652" y="1908894"/>
                </a:lnTo>
                <a:lnTo>
                  <a:pt x="1823188" y="1868173"/>
                </a:lnTo>
                <a:lnTo>
                  <a:pt x="1837610" y="1824417"/>
                </a:lnTo>
                <a:lnTo>
                  <a:pt x="1851815" y="1781470"/>
                </a:lnTo>
                <a:lnTo>
                  <a:pt x="1867699" y="1743174"/>
                </a:lnTo>
              </a:path>
              <a:path extrusionOk="0" h="1974850" w="4767580">
                <a:moveTo>
                  <a:pt x="88949" y="0"/>
                </a:moveTo>
                <a:lnTo>
                  <a:pt x="139669" y="6412"/>
                </a:lnTo>
                <a:lnTo>
                  <a:pt x="190377" y="12959"/>
                </a:lnTo>
                <a:lnTo>
                  <a:pt x="241071" y="19641"/>
                </a:lnTo>
                <a:lnTo>
                  <a:pt x="291752" y="26458"/>
                </a:lnTo>
                <a:lnTo>
                  <a:pt x="342420" y="33408"/>
                </a:lnTo>
                <a:lnTo>
                  <a:pt x="393073" y="40494"/>
                </a:lnTo>
                <a:lnTo>
                  <a:pt x="443710" y="47714"/>
                </a:lnTo>
                <a:lnTo>
                  <a:pt x="494333" y="55068"/>
                </a:lnTo>
                <a:lnTo>
                  <a:pt x="544939" y="62557"/>
                </a:lnTo>
                <a:lnTo>
                  <a:pt x="595528" y="70180"/>
                </a:lnTo>
                <a:lnTo>
                  <a:pt x="646101" y="77937"/>
                </a:lnTo>
                <a:lnTo>
                  <a:pt x="696655" y="85828"/>
                </a:lnTo>
                <a:lnTo>
                  <a:pt x="747192" y="93854"/>
                </a:lnTo>
                <a:lnTo>
                  <a:pt x="797709" y="102014"/>
                </a:lnTo>
                <a:lnTo>
                  <a:pt x="848207" y="110307"/>
                </a:lnTo>
                <a:lnTo>
                  <a:pt x="898686" y="118735"/>
                </a:lnTo>
                <a:lnTo>
                  <a:pt x="949144" y="127297"/>
                </a:lnTo>
                <a:lnTo>
                  <a:pt x="999580" y="135992"/>
                </a:lnTo>
                <a:lnTo>
                  <a:pt x="1049996" y="144822"/>
                </a:lnTo>
                <a:lnTo>
                  <a:pt x="1100389" y="153785"/>
                </a:lnTo>
                <a:lnTo>
                  <a:pt x="1150759" y="162882"/>
                </a:lnTo>
                <a:lnTo>
                  <a:pt x="1201107" y="172113"/>
                </a:lnTo>
                <a:lnTo>
                  <a:pt x="1251430" y="181477"/>
                </a:lnTo>
                <a:lnTo>
                  <a:pt x="1301730" y="190975"/>
                </a:lnTo>
                <a:lnTo>
                  <a:pt x="1352004" y="200607"/>
                </a:lnTo>
                <a:lnTo>
                  <a:pt x="1402253" y="210372"/>
                </a:lnTo>
                <a:lnTo>
                  <a:pt x="1452477" y="220270"/>
                </a:lnTo>
                <a:lnTo>
                  <a:pt x="1502674" y="230302"/>
                </a:lnTo>
                <a:lnTo>
                  <a:pt x="1552843" y="240468"/>
                </a:lnTo>
                <a:lnTo>
                  <a:pt x="1602986" y="250767"/>
                </a:lnTo>
                <a:lnTo>
                  <a:pt x="1653100" y="261199"/>
                </a:lnTo>
                <a:lnTo>
                  <a:pt x="1703186" y="271764"/>
                </a:lnTo>
                <a:lnTo>
                  <a:pt x="1753242" y="282462"/>
                </a:lnTo>
                <a:lnTo>
                  <a:pt x="1803269" y="293294"/>
                </a:lnTo>
                <a:lnTo>
                  <a:pt x="1853265" y="304258"/>
                </a:lnTo>
                <a:lnTo>
                  <a:pt x="1903231" y="315356"/>
                </a:lnTo>
                <a:lnTo>
                  <a:pt x="1953165" y="326587"/>
                </a:lnTo>
                <a:lnTo>
                  <a:pt x="2003067" y="337950"/>
                </a:lnTo>
                <a:lnTo>
                  <a:pt x="2052937" y="349447"/>
                </a:lnTo>
                <a:lnTo>
                  <a:pt x="2102774" y="361076"/>
                </a:lnTo>
                <a:lnTo>
                  <a:pt x="2152578" y="372838"/>
                </a:lnTo>
                <a:lnTo>
                  <a:pt x="2202347" y="384733"/>
                </a:lnTo>
                <a:lnTo>
                  <a:pt x="2252082" y="396761"/>
                </a:lnTo>
                <a:lnTo>
                  <a:pt x="2301781" y="408921"/>
                </a:lnTo>
                <a:lnTo>
                  <a:pt x="2351445" y="421214"/>
                </a:lnTo>
                <a:lnTo>
                  <a:pt x="2401073" y="433639"/>
                </a:lnTo>
                <a:lnTo>
                  <a:pt x="2450664" y="446197"/>
                </a:lnTo>
                <a:lnTo>
                  <a:pt x="2500217" y="458887"/>
                </a:lnTo>
                <a:lnTo>
                  <a:pt x="2549733" y="471710"/>
                </a:lnTo>
                <a:lnTo>
                  <a:pt x="2599210" y="484665"/>
                </a:lnTo>
                <a:lnTo>
                  <a:pt x="2648648" y="497753"/>
                </a:lnTo>
                <a:lnTo>
                  <a:pt x="2698046" y="510972"/>
                </a:lnTo>
                <a:lnTo>
                  <a:pt x="2747405" y="524324"/>
                </a:lnTo>
                <a:lnTo>
                  <a:pt x="2796723" y="537808"/>
                </a:lnTo>
                <a:lnTo>
                  <a:pt x="2845999" y="551424"/>
                </a:lnTo>
                <a:lnTo>
                  <a:pt x="2894286" y="565030"/>
                </a:lnTo>
                <a:lnTo>
                  <a:pt x="2942634" y="579053"/>
                </a:lnTo>
                <a:lnTo>
                  <a:pt x="2991016" y="593507"/>
                </a:lnTo>
                <a:lnTo>
                  <a:pt x="3039403" y="608407"/>
                </a:lnTo>
                <a:lnTo>
                  <a:pt x="3087770" y="623768"/>
                </a:lnTo>
                <a:lnTo>
                  <a:pt x="3136088" y="639603"/>
                </a:lnTo>
                <a:lnTo>
                  <a:pt x="3184331" y="655927"/>
                </a:lnTo>
                <a:lnTo>
                  <a:pt x="3232470" y="672754"/>
                </a:lnTo>
                <a:lnTo>
                  <a:pt x="3280478" y="690099"/>
                </a:lnTo>
                <a:lnTo>
                  <a:pt x="3328328" y="707976"/>
                </a:lnTo>
                <a:lnTo>
                  <a:pt x="3375992" y="726400"/>
                </a:lnTo>
                <a:lnTo>
                  <a:pt x="3423443" y="745385"/>
                </a:lnTo>
                <a:lnTo>
                  <a:pt x="3470653" y="764945"/>
                </a:lnTo>
                <a:lnTo>
                  <a:pt x="3517596" y="785095"/>
                </a:lnTo>
                <a:lnTo>
                  <a:pt x="3564243" y="805849"/>
                </a:lnTo>
                <a:lnTo>
                  <a:pt x="3610568" y="827221"/>
                </a:lnTo>
                <a:lnTo>
                  <a:pt x="3656542" y="849226"/>
                </a:lnTo>
                <a:lnTo>
                  <a:pt x="3702139" y="871878"/>
                </a:lnTo>
                <a:lnTo>
                  <a:pt x="3747330" y="895192"/>
                </a:lnTo>
                <a:lnTo>
                  <a:pt x="3792090" y="919182"/>
                </a:lnTo>
                <a:lnTo>
                  <a:pt x="3836389" y="943862"/>
                </a:lnTo>
                <a:lnTo>
                  <a:pt x="3880201" y="969247"/>
                </a:lnTo>
                <a:lnTo>
                  <a:pt x="3923498" y="995352"/>
                </a:lnTo>
                <a:lnTo>
                  <a:pt x="3966253" y="1022189"/>
                </a:lnTo>
                <a:lnTo>
                  <a:pt x="4008438" y="1049775"/>
                </a:lnTo>
                <a:lnTo>
                  <a:pt x="4050027" y="1078123"/>
                </a:lnTo>
                <a:lnTo>
                  <a:pt x="4090990" y="1107247"/>
                </a:lnTo>
                <a:lnTo>
                  <a:pt x="4131303" y="1137163"/>
                </a:lnTo>
                <a:lnTo>
                  <a:pt x="4170935" y="1167884"/>
                </a:lnTo>
                <a:lnTo>
                  <a:pt x="4209861" y="1199425"/>
                </a:lnTo>
                <a:lnTo>
                  <a:pt x="4248053" y="1231800"/>
                </a:lnTo>
                <a:lnTo>
                  <a:pt x="4285483" y="1265024"/>
                </a:lnTo>
                <a:lnTo>
                  <a:pt x="4322125" y="1299110"/>
                </a:lnTo>
                <a:lnTo>
                  <a:pt x="4357949" y="1334074"/>
                </a:lnTo>
                <a:lnTo>
                  <a:pt x="4391041" y="1370717"/>
                </a:lnTo>
                <a:lnTo>
                  <a:pt x="4420363" y="1410077"/>
                </a:lnTo>
                <a:lnTo>
                  <a:pt x="4446455" y="1451765"/>
                </a:lnTo>
                <a:lnTo>
                  <a:pt x="4469854" y="1495393"/>
                </a:lnTo>
                <a:lnTo>
                  <a:pt x="4491100" y="1540573"/>
                </a:lnTo>
                <a:lnTo>
                  <a:pt x="4510731" y="1586917"/>
                </a:lnTo>
                <a:lnTo>
                  <a:pt x="4529285" y="1634038"/>
                </a:lnTo>
                <a:lnTo>
                  <a:pt x="4547301" y="1681547"/>
                </a:lnTo>
                <a:lnTo>
                  <a:pt x="4565317" y="1729055"/>
                </a:lnTo>
                <a:lnTo>
                  <a:pt x="4583871" y="1776175"/>
                </a:lnTo>
                <a:lnTo>
                  <a:pt x="4603503" y="1822520"/>
                </a:lnTo>
                <a:lnTo>
                  <a:pt x="4624749" y="1867699"/>
                </a:lnTo>
                <a:lnTo>
                  <a:pt x="4630532" y="1880577"/>
                </a:lnTo>
                <a:lnTo>
                  <a:pt x="4634203" y="1893072"/>
                </a:lnTo>
                <a:lnTo>
                  <a:pt x="4633148" y="1901774"/>
                </a:lnTo>
                <a:lnTo>
                  <a:pt x="4624749" y="1903274"/>
                </a:lnTo>
                <a:lnTo>
                  <a:pt x="4580730" y="1888863"/>
                </a:lnTo>
                <a:lnTo>
                  <a:pt x="4538793" y="1869230"/>
                </a:lnTo>
                <a:lnTo>
                  <a:pt x="4498362" y="1845818"/>
                </a:lnTo>
                <a:lnTo>
                  <a:pt x="4458860" y="1820066"/>
                </a:lnTo>
                <a:lnTo>
                  <a:pt x="4419709" y="1793414"/>
                </a:lnTo>
                <a:lnTo>
                  <a:pt x="4380331" y="1767304"/>
                </a:lnTo>
                <a:lnTo>
                  <a:pt x="4340149" y="1743174"/>
                </a:lnTo>
                <a:lnTo>
                  <a:pt x="4316802" y="1727858"/>
                </a:lnTo>
                <a:lnTo>
                  <a:pt x="4294463" y="1711045"/>
                </a:lnTo>
                <a:lnTo>
                  <a:pt x="4281630" y="1701404"/>
                </a:lnTo>
                <a:lnTo>
                  <a:pt x="4286799" y="1707599"/>
                </a:lnTo>
                <a:lnTo>
                  <a:pt x="4320346" y="1742994"/>
                </a:lnTo>
                <a:lnTo>
                  <a:pt x="4354505" y="1780497"/>
                </a:lnTo>
                <a:lnTo>
                  <a:pt x="4389822" y="1817355"/>
                </a:lnTo>
                <a:lnTo>
                  <a:pt x="4426844" y="1850815"/>
                </a:lnTo>
                <a:lnTo>
                  <a:pt x="4466117" y="1878124"/>
                </a:lnTo>
                <a:lnTo>
                  <a:pt x="4508187" y="1896528"/>
                </a:lnTo>
                <a:lnTo>
                  <a:pt x="4553599" y="1903274"/>
                </a:lnTo>
                <a:lnTo>
                  <a:pt x="4583498" y="1895144"/>
                </a:lnTo>
                <a:lnTo>
                  <a:pt x="4609515" y="1873609"/>
                </a:lnTo>
                <a:lnTo>
                  <a:pt x="4632650" y="1842957"/>
                </a:lnTo>
                <a:lnTo>
                  <a:pt x="4653905" y="1807473"/>
                </a:lnTo>
                <a:lnTo>
                  <a:pt x="4674283" y="1771444"/>
                </a:lnTo>
                <a:lnTo>
                  <a:pt x="4694785" y="1739156"/>
                </a:lnTo>
                <a:lnTo>
                  <a:pt x="4716412" y="1714895"/>
                </a:lnTo>
                <a:lnTo>
                  <a:pt x="4740166" y="1702947"/>
                </a:lnTo>
                <a:lnTo>
                  <a:pt x="4767049" y="1707599"/>
                </a:lnTo>
              </a:path>
            </a:pathLst>
          </a:custGeom>
          <a:noFill/>
          <a:ln cap="flat" cmpd="sng" w="3810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676376" y="4134550"/>
            <a:ext cx="1718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ca" sz="19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Generadors</a:t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320124" y="4241450"/>
            <a:ext cx="1477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ca" sz="19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UPS / SAI</a:t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5518975" y="4200850"/>
            <a:ext cx="35865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ca" sz="1950">
                <a:solidFill>
                  <a:srgbClr val="17466B"/>
                </a:solidFill>
              </a:rPr>
              <a:t>Línies elèctriques de reserva</a:t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8" name="Google Shape;448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/>
          <p:nvPr/>
        </p:nvSpPr>
        <p:spPr>
          <a:xfrm>
            <a:off x="1152640" y="4233068"/>
            <a:ext cx="6840576" cy="604520"/>
          </a:xfrm>
          <a:custGeom>
            <a:rect b="b" l="l" r="r" t="t"/>
            <a:pathLst>
              <a:path extrusionOk="0" h="889000" w="10059670">
                <a:moveTo>
                  <a:pt x="10059055" y="888598"/>
                </a:moveTo>
                <a:lnTo>
                  <a:pt x="0" y="888598"/>
                </a:lnTo>
                <a:lnTo>
                  <a:pt x="0" y="0"/>
                </a:lnTo>
                <a:lnTo>
                  <a:pt x="10059055" y="0"/>
                </a:lnTo>
                <a:lnTo>
                  <a:pt x="10059055" y="8885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1150" lIns="68575" spcFirstLastPara="1" rIns="68575" wrap="square" tIns="41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6"/>
          <p:cNvSpPr txBox="1"/>
          <p:nvPr/>
        </p:nvSpPr>
        <p:spPr>
          <a:xfrm>
            <a:off x="1225379" y="4313375"/>
            <a:ext cx="607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95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ca" sz="1650" u="none" cap="none" strike="noStrike">
                <a:solidFill>
                  <a:srgbClr val="17466B"/>
                </a:solidFill>
                <a:latin typeface="Arial"/>
                <a:ea typeface="Arial"/>
                <a:cs typeface="Arial"/>
                <a:sym typeface="Arial"/>
              </a:rPr>
              <a:t>Algunes imatges són d'OpenClipart.org i d'altres de X. Sala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2026-09-15T19:02:10Z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2019-09-17T00:00:00Z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